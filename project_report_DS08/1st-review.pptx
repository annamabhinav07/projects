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10287000" cx="18288000"/>
  <p:notesSz cx="6858000" cy="9144000"/>
  <p:embeddedFontLst>
    <p:embeddedFont>
      <p:font typeface="Fredoka"/>
      <p:bold r:id="rId23"/>
    </p:embeddedFont>
    <p:embeddedFont>
      <p:font typeface="Nunito"/>
      <p:bold r:id="rId24"/>
      <p:boldItalic r:id="rId25"/>
    </p:embeddedFont>
    <p:embeddedFont>
      <p:font typeface="Poppins"/>
      <p:bold r:id="rId26"/>
      <p:boldItalic r:id="rId27"/>
    </p:embeddedFont>
    <p:embeddedFont>
      <p:font typeface="Poppins Medium"/>
      <p:regular r:id="rId28"/>
      <p:bold r:id="rId29"/>
      <p:italic r:id="rId30"/>
      <p:boldItalic r:id="rId31"/>
    </p:embeddedFont>
    <p:embeddedFont>
      <p:font typeface="Poppins ExtraBold"/>
      <p:bold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4" roundtripDataSignature="AMtx7mgeqHDazTTWffQfxMeTub1Wj8NSO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868FE13-BAC4-4048-AD5E-5C70845600BE}">
  <a:tblStyle styleId="{0868FE13-BAC4-4048-AD5E-5C70845600B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Nunito-bold.fntdata"/><Relationship Id="rId23" Type="http://schemas.openxmlformats.org/officeDocument/2006/relationships/font" Target="fonts/Fredoka-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Poppins-bold.fntdata"/><Relationship Id="rId25" Type="http://schemas.openxmlformats.org/officeDocument/2006/relationships/font" Target="fonts/Nunito-boldItalic.fntdata"/><Relationship Id="rId28" Type="http://schemas.openxmlformats.org/officeDocument/2006/relationships/font" Target="fonts/PoppinsMedium-regular.fntdata"/><Relationship Id="rId27" Type="http://schemas.openxmlformats.org/officeDocument/2006/relationships/font" Target="fonts/Poppins-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PoppinsMedium-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oppinsMedium-boldItalic.fntdata"/><Relationship Id="rId30" Type="http://schemas.openxmlformats.org/officeDocument/2006/relationships/font" Target="fonts/PoppinsMedium-italic.fntdata"/><Relationship Id="rId11" Type="http://schemas.openxmlformats.org/officeDocument/2006/relationships/slide" Target="slides/slide5.xml"/><Relationship Id="rId33" Type="http://schemas.openxmlformats.org/officeDocument/2006/relationships/font" Target="fonts/PoppinsExtraBold-boldItalic.fntdata"/><Relationship Id="rId10" Type="http://schemas.openxmlformats.org/officeDocument/2006/relationships/slide" Target="slides/slide4.xml"/><Relationship Id="rId32" Type="http://schemas.openxmlformats.org/officeDocument/2006/relationships/font" Target="fonts/PoppinsExtraBold-bold.fntdata"/><Relationship Id="rId13" Type="http://schemas.openxmlformats.org/officeDocument/2006/relationships/slide" Target="slides/slide7.xml"/><Relationship Id="rId12" Type="http://schemas.openxmlformats.org/officeDocument/2006/relationships/slide" Target="slides/slide6.xml"/><Relationship Id="rId34" Type="http://customschemas.google.com/relationships/presentationmetadata" Target="meta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3f5eda4048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3f5eda404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5"/>
          <p:cNvSpPr/>
          <p:nvPr>
            <p:ph idx="2" type="pic"/>
          </p:nvPr>
        </p:nvSpPr>
        <p:spPr>
          <a:xfrm>
            <a:off x="1792288" y="612775"/>
            <a:ext cx="5486400" cy="4114800"/>
          </a:xfrm>
          <a:prstGeom prst="rect">
            <a:avLst/>
          </a:prstGeom>
          <a:noFill/>
          <a:ln>
            <a:noFill/>
          </a:ln>
        </p:spPr>
      </p:sp>
      <p:sp>
        <p:nvSpPr>
          <p:cNvPr id="64" name="Google Shape;64;p2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2.png"/><Relationship Id="rId6"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2.png"/><Relationship Id="rId6"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2.png"/><Relationship Id="rId6" Type="http://schemas.openxmlformats.org/officeDocument/2006/relationships/image" Target="../media/image1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13.png"/><Relationship Id="rId5"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13.png"/><Relationship Id="rId11" Type="http://schemas.openxmlformats.org/officeDocument/2006/relationships/hyperlink" Target="https://www.youtube.com/watch?v=pjewBSmWTlU" TargetMode="External"/><Relationship Id="rId10" Type="http://schemas.openxmlformats.org/officeDocument/2006/relationships/hyperlink" Target="https://www.youtube.com/watch?v=pjewBSmWTlU" TargetMode="External"/><Relationship Id="rId12" Type="http://schemas.openxmlformats.org/officeDocument/2006/relationships/hyperlink" Target="https://www.youtube.com/watch?v=pjewBSmWTlU" TargetMode="External"/><Relationship Id="rId9" Type="http://schemas.openxmlformats.org/officeDocument/2006/relationships/hyperlink" Target="https://www.researchgate.net/publication/328541785_Phishing_Website_Detection_using_Machine_Learning_Algorithms" TargetMode="External"/><Relationship Id="rId5" Type="http://schemas.openxmlformats.org/officeDocument/2006/relationships/image" Target="../media/image2.png"/><Relationship Id="rId6" Type="http://schemas.openxmlformats.org/officeDocument/2006/relationships/hyperlink" Target="https://github.com/shreyagopal/Phishing-Website-Detection-by-Machine-Learning-Techniques" TargetMode="External"/><Relationship Id="rId7" Type="http://schemas.openxmlformats.org/officeDocument/2006/relationships/hyperlink" Target="https://github.com/shreyagopal/Phishing-Website-Detection-by-Machine-Learning-Techniques" TargetMode="External"/><Relationship Id="rId8" Type="http://schemas.openxmlformats.org/officeDocument/2006/relationships/hyperlink" Target="https://www.researchgate.net/publication/328541785_Phishing_Website_Detection_using_Machine_Learning_Algorithms"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13.png"/><Relationship Id="rId5"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grpSp>
        <p:nvGrpSpPr>
          <p:cNvPr id="84" name="Google Shape;84;p1"/>
          <p:cNvGrpSpPr/>
          <p:nvPr/>
        </p:nvGrpSpPr>
        <p:grpSpPr>
          <a:xfrm>
            <a:off x="-1109662" y="0"/>
            <a:ext cx="20507325" cy="10287000"/>
            <a:chOff x="0" y="0"/>
            <a:chExt cx="27343100" cy="13716000"/>
          </a:xfrm>
        </p:grpSpPr>
        <p:sp>
          <p:nvSpPr>
            <p:cNvPr id="85" name="Google Shape;85;p1"/>
            <p:cNvSpPr/>
            <p:nvPr/>
          </p:nvSpPr>
          <p:spPr>
            <a:xfrm>
              <a:off x="0" y="0"/>
              <a:ext cx="13716000" cy="13716000"/>
            </a:xfrm>
            <a:custGeom>
              <a:rect b="b" l="l" r="r" t="t"/>
              <a:pathLst>
                <a:path extrusionOk="0" h="13716000" w="13716000">
                  <a:moveTo>
                    <a:pt x="0" y="0"/>
                  </a:moveTo>
                  <a:lnTo>
                    <a:pt x="13716000" y="0"/>
                  </a:lnTo>
                  <a:lnTo>
                    <a:pt x="13716000" y="13716000"/>
                  </a:lnTo>
                  <a:lnTo>
                    <a:pt x="0" y="13716000"/>
                  </a:lnTo>
                  <a:lnTo>
                    <a:pt x="0" y="0"/>
                  </a:lnTo>
                  <a:close/>
                </a:path>
              </a:pathLst>
            </a:custGeom>
            <a:blipFill rotWithShape="1">
              <a:blip r:embed="rId3">
                <a:alphaModFix/>
              </a:blip>
              <a:stretch>
                <a:fillRect b="0" l="0" r="0" t="0"/>
              </a:stretch>
            </a:blipFill>
            <a:ln>
              <a:noFill/>
            </a:ln>
          </p:spPr>
        </p:sp>
        <p:sp>
          <p:nvSpPr>
            <p:cNvPr id="86" name="Google Shape;86;p1"/>
            <p:cNvSpPr/>
            <p:nvPr/>
          </p:nvSpPr>
          <p:spPr>
            <a:xfrm>
              <a:off x="13627100" y="0"/>
              <a:ext cx="13716000" cy="13716000"/>
            </a:xfrm>
            <a:custGeom>
              <a:rect b="b" l="l" r="r" t="t"/>
              <a:pathLst>
                <a:path extrusionOk="0" h="13716000" w="13716000">
                  <a:moveTo>
                    <a:pt x="0" y="0"/>
                  </a:moveTo>
                  <a:lnTo>
                    <a:pt x="13716000" y="0"/>
                  </a:lnTo>
                  <a:lnTo>
                    <a:pt x="13716000" y="13716000"/>
                  </a:lnTo>
                  <a:lnTo>
                    <a:pt x="0" y="13716000"/>
                  </a:lnTo>
                  <a:lnTo>
                    <a:pt x="0" y="0"/>
                  </a:lnTo>
                  <a:close/>
                </a:path>
              </a:pathLst>
            </a:custGeom>
            <a:blipFill rotWithShape="1">
              <a:blip r:embed="rId3">
                <a:alphaModFix/>
              </a:blip>
              <a:stretch>
                <a:fillRect b="0" l="0" r="0" t="0"/>
              </a:stretch>
            </a:blipFill>
            <a:ln>
              <a:noFill/>
            </a:ln>
          </p:spPr>
        </p:sp>
      </p:grpSp>
      <p:sp>
        <p:nvSpPr>
          <p:cNvPr id="87" name="Google Shape;87;p1"/>
          <p:cNvSpPr/>
          <p:nvPr/>
        </p:nvSpPr>
        <p:spPr>
          <a:xfrm>
            <a:off x="-513395" y="-275425"/>
            <a:ext cx="2942276" cy="2942276"/>
          </a:xfrm>
          <a:custGeom>
            <a:rect b="b" l="l" r="r" t="t"/>
            <a:pathLst>
              <a:path extrusionOk="0" h="2942276" w="2942276">
                <a:moveTo>
                  <a:pt x="0" y="0"/>
                </a:moveTo>
                <a:lnTo>
                  <a:pt x="2942276" y="0"/>
                </a:lnTo>
                <a:lnTo>
                  <a:pt x="2942276" y="2942276"/>
                </a:lnTo>
                <a:lnTo>
                  <a:pt x="0" y="2942276"/>
                </a:lnTo>
                <a:lnTo>
                  <a:pt x="0" y="0"/>
                </a:lnTo>
                <a:close/>
              </a:path>
            </a:pathLst>
          </a:custGeom>
          <a:blipFill rotWithShape="1">
            <a:blip r:embed="rId4">
              <a:alphaModFix/>
            </a:blip>
            <a:stretch>
              <a:fillRect b="0" l="0" r="0" t="0"/>
            </a:stretch>
          </a:blipFill>
          <a:ln>
            <a:noFill/>
          </a:ln>
        </p:spPr>
      </p:sp>
      <p:sp>
        <p:nvSpPr>
          <p:cNvPr id="88" name="Google Shape;88;p1"/>
          <p:cNvSpPr/>
          <p:nvPr/>
        </p:nvSpPr>
        <p:spPr>
          <a:xfrm>
            <a:off x="1319116" y="8276387"/>
            <a:ext cx="3395204" cy="1049427"/>
          </a:xfrm>
          <a:custGeom>
            <a:rect b="b" l="l" r="r" t="t"/>
            <a:pathLst>
              <a:path extrusionOk="0" h="1049427" w="3395204">
                <a:moveTo>
                  <a:pt x="0" y="0"/>
                </a:moveTo>
                <a:lnTo>
                  <a:pt x="3395204" y="0"/>
                </a:lnTo>
                <a:lnTo>
                  <a:pt x="3395204" y="1049426"/>
                </a:lnTo>
                <a:lnTo>
                  <a:pt x="0" y="1049426"/>
                </a:lnTo>
                <a:lnTo>
                  <a:pt x="0" y="0"/>
                </a:lnTo>
                <a:close/>
              </a:path>
            </a:pathLst>
          </a:custGeom>
          <a:blipFill rotWithShape="1">
            <a:blip r:embed="rId5">
              <a:alphaModFix/>
            </a:blip>
            <a:stretch>
              <a:fillRect b="0" l="0" r="0" t="0"/>
            </a:stretch>
          </a:blipFill>
          <a:ln>
            <a:noFill/>
          </a:ln>
        </p:spPr>
      </p:sp>
      <p:sp>
        <p:nvSpPr>
          <p:cNvPr id="89" name="Google Shape;89;p1"/>
          <p:cNvSpPr txBox="1"/>
          <p:nvPr/>
        </p:nvSpPr>
        <p:spPr>
          <a:xfrm>
            <a:off x="4084771" y="3147870"/>
            <a:ext cx="10012776" cy="1119656"/>
          </a:xfrm>
          <a:prstGeom prst="rect">
            <a:avLst/>
          </a:prstGeom>
          <a:noFill/>
          <a:ln>
            <a:noFill/>
          </a:ln>
        </p:spPr>
        <p:txBody>
          <a:bodyPr anchorCtr="0" anchor="t" bIns="0" lIns="0" spcFirstLastPara="1" rIns="0" wrap="square" tIns="0">
            <a:spAutoFit/>
          </a:bodyPr>
          <a:lstStyle/>
          <a:p>
            <a:pPr indent="0" lvl="0" marL="0" marR="0" rtl="0" algn="ctr">
              <a:lnSpc>
                <a:spcPct val="139990"/>
              </a:lnSpc>
              <a:spcBef>
                <a:spcPts val="0"/>
              </a:spcBef>
              <a:spcAft>
                <a:spcPts val="0"/>
              </a:spcAft>
              <a:buNone/>
            </a:pPr>
            <a:r>
              <a:rPr b="1" i="0" lang="en-US" sz="6544" u="none" cap="none" strike="noStrike">
                <a:solidFill>
                  <a:srgbClr val="000000"/>
                </a:solidFill>
                <a:latin typeface="Fredoka"/>
                <a:ea typeface="Fredoka"/>
                <a:cs typeface="Fredoka"/>
                <a:sym typeface="Fredoka"/>
              </a:rPr>
              <a:t>PHISHDETECTOR</a:t>
            </a:r>
            <a:endParaRPr/>
          </a:p>
        </p:txBody>
      </p:sp>
      <p:sp>
        <p:nvSpPr>
          <p:cNvPr id="90" name="Google Shape;90;p1"/>
          <p:cNvSpPr txBox="1"/>
          <p:nvPr/>
        </p:nvSpPr>
        <p:spPr>
          <a:xfrm>
            <a:off x="756250" y="1954450"/>
            <a:ext cx="17097900" cy="646800"/>
          </a:xfrm>
          <a:prstGeom prst="rect">
            <a:avLst/>
          </a:prstGeom>
          <a:noFill/>
          <a:ln>
            <a:noFill/>
          </a:ln>
        </p:spPr>
        <p:txBody>
          <a:bodyPr anchorCtr="0" anchor="t" bIns="0" lIns="0" spcFirstLastPara="1" rIns="0" wrap="square" tIns="0">
            <a:spAutoFit/>
          </a:bodyPr>
          <a:lstStyle/>
          <a:p>
            <a:pPr indent="0" lvl="0" marL="0" marR="0" rtl="0" algn="ctr">
              <a:lnSpc>
                <a:spcPct val="140028"/>
              </a:lnSpc>
              <a:spcBef>
                <a:spcPts val="0"/>
              </a:spcBef>
              <a:spcAft>
                <a:spcPts val="0"/>
              </a:spcAft>
              <a:buNone/>
            </a:pPr>
            <a:r>
              <a:rPr b="1" lang="en-US" sz="4202">
                <a:latin typeface="Nunito"/>
                <a:ea typeface="Nunito"/>
                <a:cs typeface="Nunito"/>
                <a:sym typeface="Nunito"/>
              </a:rPr>
              <a:t>Smart </a:t>
            </a:r>
            <a:r>
              <a:rPr b="1" i="0" lang="en-US" sz="4202" u="none" cap="none" strike="noStrike">
                <a:solidFill>
                  <a:srgbClr val="000000"/>
                </a:solidFill>
                <a:latin typeface="Nunito"/>
                <a:ea typeface="Nunito"/>
                <a:cs typeface="Nunito"/>
                <a:sym typeface="Nunito"/>
              </a:rPr>
              <a:t>Phishing Detection</a:t>
            </a:r>
            <a:r>
              <a:rPr b="1" lang="en-US" sz="4202">
                <a:latin typeface="Nunito"/>
                <a:ea typeface="Nunito"/>
                <a:cs typeface="Nunito"/>
                <a:sym typeface="Nunito"/>
              </a:rPr>
              <a:t>: Leveraging</a:t>
            </a:r>
            <a:r>
              <a:rPr b="1" i="0" lang="en-US" sz="4202" u="none" cap="none" strike="noStrike">
                <a:solidFill>
                  <a:srgbClr val="000000"/>
                </a:solidFill>
                <a:latin typeface="Nunito"/>
                <a:ea typeface="Nunito"/>
                <a:cs typeface="Nunito"/>
                <a:sym typeface="Nunito"/>
              </a:rPr>
              <a:t> Machine L</a:t>
            </a:r>
            <a:r>
              <a:rPr b="1" lang="en-US" sz="4202">
                <a:latin typeface="Nunito"/>
                <a:ea typeface="Nunito"/>
                <a:cs typeface="Nunito"/>
                <a:sym typeface="Nunito"/>
              </a:rPr>
              <a:t>earning</a:t>
            </a:r>
            <a:r>
              <a:rPr b="1" i="0" lang="en-US" sz="4202" u="none" cap="none" strike="noStrike">
                <a:solidFill>
                  <a:srgbClr val="000000"/>
                </a:solidFill>
                <a:latin typeface="Nunito"/>
                <a:ea typeface="Nunito"/>
                <a:cs typeface="Nunito"/>
                <a:sym typeface="Nunito"/>
              </a:rPr>
              <a:t> for Secur</a:t>
            </a:r>
            <a:r>
              <a:rPr b="1" lang="en-US" sz="4202">
                <a:latin typeface="Nunito"/>
                <a:ea typeface="Nunito"/>
                <a:cs typeface="Nunito"/>
                <a:sym typeface="Nunito"/>
              </a:rPr>
              <a:t>ity</a:t>
            </a:r>
            <a:endParaRPr/>
          </a:p>
        </p:txBody>
      </p:sp>
      <p:sp>
        <p:nvSpPr>
          <p:cNvPr id="91" name="Google Shape;91;p1"/>
          <p:cNvSpPr txBox="1"/>
          <p:nvPr/>
        </p:nvSpPr>
        <p:spPr>
          <a:xfrm>
            <a:off x="1319127" y="6293825"/>
            <a:ext cx="7046700" cy="1754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3000">
                <a:latin typeface="Nunito"/>
                <a:ea typeface="Nunito"/>
                <a:cs typeface="Nunito"/>
                <a:sym typeface="Nunito"/>
              </a:rPr>
              <a:t>                   </a:t>
            </a:r>
            <a:r>
              <a:rPr b="0" i="0" lang="en-US" sz="3000" u="none" cap="none" strike="noStrike">
                <a:solidFill>
                  <a:srgbClr val="000000"/>
                </a:solidFill>
                <a:latin typeface="Nunito"/>
                <a:ea typeface="Nunito"/>
                <a:cs typeface="Nunito"/>
                <a:sym typeface="Nunito"/>
              </a:rPr>
              <a:t>Project Guide:</a:t>
            </a:r>
            <a:endParaRPr/>
          </a:p>
          <a:p>
            <a:pPr indent="0" lvl="0" marL="0" marR="0" rtl="0" algn="l">
              <a:lnSpc>
                <a:spcPct val="140000"/>
              </a:lnSpc>
              <a:spcBef>
                <a:spcPts val="0"/>
              </a:spcBef>
              <a:spcAft>
                <a:spcPts val="0"/>
              </a:spcAft>
              <a:buNone/>
            </a:pPr>
            <a:r>
              <a:rPr lang="en-US" sz="3000">
                <a:latin typeface="Nunito"/>
                <a:ea typeface="Nunito"/>
                <a:cs typeface="Nunito"/>
                <a:sym typeface="Nunito"/>
              </a:rPr>
              <a:t>                   </a:t>
            </a:r>
            <a:r>
              <a:rPr b="0" i="0" lang="en-US" sz="3000" u="none" cap="none" strike="noStrike">
                <a:solidFill>
                  <a:srgbClr val="000000"/>
                </a:solidFill>
                <a:latin typeface="Nunito"/>
                <a:ea typeface="Nunito"/>
                <a:cs typeface="Nunito"/>
                <a:sym typeface="Nunito"/>
              </a:rPr>
              <a:t>M</a:t>
            </a:r>
            <a:r>
              <a:rPr lang="en-US" sz="3000">
                <a:latin typeface="Nunito"/>
                <a:ea typeface="Nunito"/>
                <a:cs typeface="Nunito"/>
                <a:sym typeface="Nunito"/>
              </a:rPr>
              <a:t>s . K. Neelima</a:t>
            </a:r>
            <a:r>
              <a:rPr b="0" i="0" lang="en-US" sz="3000" u="none" cap="none" strike="noStrike">
                <a:solidFill>
                  <a:srgbClr val="000000"/>
                </a:solidFill>
                <a:latin typeface="Nunito"/>
                <a:ea typeface="Nunito"/>
                <a:cs typeface="Nunito"/>
                <a:sym typeface="Nunito"/>
              </a:rPr>
              <a:t> [M.Tech]</a:t>
            </a:r>
            <a:endParaRPr/>
          </a:p>
          <a:p>
            <a:pPr indent="0" lvl="0" marL="0" marR="0" rtl="0" algn="l">
              <a:lnSpc>
                <a:spcPct val="140000"/>
              </a:lnSpc>
              <a:spcBef>
                <a:spcPts val="0"/>
              </a:spcBef>
              <a:spcAft>
                <a:spcPts val="0"/>
              </a:spcAft>
              <a:buNone/>
            </a:pPr>
            <a:r>
              <a:t/>
            </a:r>
            <a:endParaRPr b="0" i="0" sz="3000" u="none" cap="none" strike="noStrike">
              <a:solidFill>
                <a:srgbClr val="000000"/>
              </a:solidFill>
              <a:latin typeface="Nunito"/>
              <a:ea typeface="Nunito"/>
              <a:cs typeface="Nunito"/>
              <a:sym typeface="Nunito"/>
            </a:endParaRPr>
          </a:p>
        </p:txBody>
      </p:sp>
      <p:sp>
        <p:nvSpPr>
          <p:cNvPr id="92" name="Google Shape;92;p1"/>
          <p:cNvSpPr txBox="1"/>
          <p:nvPr/>
        </p:nvSpPr>
        <p:spPr>
          <a:xfrm>
            <a:off x="12257750" y="6153150"/>
            <a:ext cx="4774500" cy="30477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3000">
                <a:latin typeface="Nunito"/>
                <a:ea typeface="Nunito"/>
                <a:cs typeface="Nunito"/>
                <a:sym typeface="Nunito"/>
              </a:rPr>
              <a:t>P Nikhila Sai  Y21ADS424</a:t>
            </a:r>
            <a:endParaRPr/>
          </a:p>
          <a:p>
            <a:pPr indent="0" lvl="0" marL="0" marR="0" rtl="0" algn="just">
              <a:lnSpc>
                <a:spcPct val="140000"/>
              </a:lnSpc>
              <a:spcBef>
                <a:spcPts val="0"/>
              </a:spcBef>
              <a:spcAft>
                <a:spcPts val="0"/>
              </a:spcAft>
              <a:buNone/>
            </a:pPr>
            <a:r>
              <a:rPr lang="en-US" sz="3000">
                <a:latin typeface="Nunito"/>
                <a:ea typeface="Nunito"/>
                <a:cs typeface="Nunito"/>
                <a:sym typeface="Nunito"/>
              </a:rPr>
              <a:t>Ch Pavan Sai</a:t>
            </a:r>
            <a:r>
              <a:rPr b="0" i="0" lang="en-US" sz="3000" u="none" cap="none" strike="noStrike">
                <a:solidFill>
                  <a:srgbClr val="000000"/>
                </a:solidFill>
                <a:latin typeface="Nunito"/>
                <a:ea typeface="Nunito"/>
                <a:cs typeface="Nunito"/>
                <a:sym typeface="Nunito"/>
              </a:rPr>
              <a:t> Y2</a:t>
            </a:r>
            <a:r>
              <a:rPr lang="en-US" sz="3000">
                <a:latin typeface="Nunito"/>
                <a:ea typeface="Nunito"/>
                <a:cs typeface="Nunito"/>
                <a:sym typeface="Nunito"/>
              </a:rPr>
              <a:t>1</a:t>
            </a:r>
            <a:r>
              <a:rPr b="0" i="0" lang="en-US" sz="3000" u="none" cap="none" strike="noStrike">
                <a:solidFill>
                  <a:srgbClr val="000000"/>
                </a:solidFill>
                <a:latin typeface="Nunito"/>
                <a:ea typeface="Nunito"/>
                <a:cs typeface="Nunito"/>
                <a:sym typeface="Nunito"/>
              </a:rPr>
              <a:t>A</a:t>
            </a:r>
            <a:r>
              <a:rPr lang="en-US" sz="3000">
                <a:latin typeface="Nunito"/>
                <a:ea typeface="Nunito"/>
                <a:cs typeface="Nunito"/>
                <a:sym typeface="Nunito"/>
              </a:rPr>
              <a:t>D</a:t>
            </a:r>
            <a:r>
              <a:rPr b="0" i="0" lang="en-US" sz="3000" u="none" cap="none" strike="noStrike">
                <a:solidFill>
                  <a:srgbClr val="000000"/>
                </a:solidFill>
                <a:latin typeface="Nunito"/>
                <a:ea typeface="Nunito"/>
                <a:cs typeface="Nunito"/>
                <a:sym typeface="Nunito"/>
              </a:rPr>
              <a:t>S4</a:t>
            </a:r>
            <a:r>
              <a:rPr lang="en-US" sz="3000">
                <a:latin typeface="Nunito"/>
                <a:ea typeface="Nunito"/>
                <a:cs typeface="Nunito"/>
                <a:sym typeface="Nunito"/>
              </a:rPr>
              <a:t>08</a:t>
            </a:r>
            <a:endParaRPr/>
          </a:p>
          <a:p>
            <a:pPr indent="0" lvl="0" marL="0" marR="0" rtl="0" algn="just">
              <a:lnSpc>
                <a:spcPct val="140000"/>
              </a:lnSpc>
              <a:spcBef>
                <a:spcPts val="0"/>
              </a:spcBef>
              <a:spcAft>
                <a:spcPts val="0"/>
              </a:spcAft>
              <a:buNone/>
            </a:pPr>
            <a:r>
              <a:rPr lang="en-US" sz="3000">
                <a:latin typeface="Nunito"/>
                <a:ea typeface="Nunito"/>
                <a:cs typeface="Nunito"/>
                <a:sym typeface="Nunito"/>
              </a:rPr>
              <a:t>A Abhinav</a:t>
            </a:r>
            <a:r>
              <a:rPr b="0" i="0" lang="en-US" sz="3000" u="none" cap="none" strike="noStrike">
                <a:solidFill>
                  <a:srgbClr val="000000"/>
                </a:solidFill>
                <a:latin typeface="Nunito"/>
                <a:ea typeface="Nunito"/>
                <a:cs typeface="Nunito"/>
                <a:sym typeface="Nunito"/>
              </a:rPr>
              <a:t>      Y2</a:t>
            </a:r>
            <a:r>
              <a:rPr lang="en-US" sz="3000">
                <a:latin typeface="Nunito"/>
                <a:ea typeface="Nunito"/>
                <a:cs typeface="Nunito"/>
                <a:sym typeface="Nunito"/>
              </a:rPr>
              <a:t>1</a:t>
            </a:r>
            <a:r>
              <a:rPr b="0" i="0" lang="en-US" sz="3000" u="none" cap="none" strike="noStrike">
                <a:solidFill>
                  <a:srgbClr val="000000"/>
                </a:solidFill>
                <a:latin typeface="Nunito"/>
                <a:ea typeface="Nunito"/>
                <a:cs typeface="Nunito"/>
                <a:sym typeface="Nunito"/>
              </a:rPr>
              <a:t>A</a:t>
            </a:r>
            <a:r>
              <a:rPr lang="en-US" sz="3000">
                <a:latin typeface="Nunito"/>
                <a:ea typeface="Nunito"/>
                <a:cs typeface="Nunito"/>
                <a:sym typeface="Nunito"/>
              </a:rPr>
              <a:t>D</a:t>
            </a:r>
            <a:r>
              <a:rPr b="0" i="0" lang="en-US" sz="3000" u="none" cap="none" strike="noStrike">
                <a:solidFill>
                  <a:srgbClr val="000000"/>
                </a:solidFill>
                <a:latin typeface="Nunito"/>
                <a:ea typeface="Nunito"/>
                <a:cs typeface="Nunito"/>
                <a:sym typeface="Nunito"/>
              </a:rPr>
              <a:t>S4</a:t>
            </a:r>
            <a:r>
              <a:rPr lang="en-US" sz="3000">
                <a:latin typeface="Nunito"/>
                <a:ea typeface="Nunito"/>
                <a:cs typeface="Nunito"/>
                <a:sym typeface="Nunito"/>
              </a:rPr>
              <a:t>03</a:t>
            </a:r>
            <a:endParaRPr/>
          </a:p>
          <a:p>
            <a:pPr indent="0" lvl="0" marL="0" marR="0" rtl="0" algn="just">
              <a:lnSpc>
                <a:spcPct val="140000"/>
              </a:lnSpc>
              <a:spcBef>
                <a:spcPts val="0"/>
              </a:spcBef>
              <a:spcAft>
                <a:spcPts val="0"/>
              </a:spcAft>
              <a:buNone/>
            </a:pPr>
            <a:r>
              <a:rPr b="0" i="0" lang="en-US" sz="3000" u="none" cap="none" strike="noStrike">
                <a:solidFill>
                  <a:srgbClr val="000000"/>
                </a:solidFill>
                <a:latin typeface="Nunito"/>
                <a:ea typeface="Nunito"/>
                <a:cs typeface="Nunito"/>
                <a:sym typeface="Nunito"/>
              </a:rPr>
              <a:t>B K</a:t>
            </a:r>
            <a:r>
              <a:rPr lang="en-US" sz="3000">
                <a:latin typeface="Nunito"/>
                <a:ea typeface="Nunito"/>
                <a:cs typeface="Nunito"/>
                <a:sym typeface="Nunito"/>
              </a:rPr>
              <a:t>alyani</a:t>
            </a:r>
            <a:r>
              <a:rPr b="0" i="0" lang="en-US" sz="3000" u="none" cap="none" strike="noStrike">
                <a:solidFill>
                  <a:srgbClr val="000000"/>
                </a:solidFill>
                <a:latin typeface="Nunito"/>
                <a:ea typeface="Nunito"/>
                <a:cs typeface="Nunito"/>
                <a:sym typeface="Nunito"/>
              </a:rPr>
              <a:t>        </a:t>
            </a:r>
            <a:r>
              <a:rPr lang="en-US" sz="3000">
                <a:latin typeface="Nunito"/>
                <a:ea typeface="Nunito"/>
                <a:cs typeface="Nunito"/>
                <a:sym typeface="Nunito"/>
              </a:rPr>
              <a:t>Y</a:t>
            </a:r>
            <a:r>
              <a:rPr b="0" i="0" lang="en-US" sz="3000" u="none" cap="none" strike="noStrike">
                <a:solidFill>
                  <a:srgbClr val="000000"/>
                </a:solidFill>
                <a:latin typeface="Nunito"/>
                <a:ea typeface="Nunito"/>
                <a:cs typeface="Nunito"/>
                <a:sym typeface="Nunito"/>
              </a:rPr>
              <a:t>21A</a:t>
            </a:r>
            <a:r>
              <a:rPr lang="en-US" sz="3000">
                <a:latin typeface="Nunito"/>
                <a:ea typeface="Nunito"/>
                <a:cs typeface="Nunito"/>
                <a:sym typeface="Nunito"/>
              </a:rPr>
              <a:t>D</a:t>
            </a:r>
            <a:r>
              <a:rPr b="0" i="0" lang="en-US" sz="3000" u="none" cap="none" strike="noStrike">
                <a:solidFill>
                  <a:srgbClr val="000000"/>
                </a:solidFill>
                <a:latin typeface="Nunito"/>
                <a:ea typeface="Nunito"/>
                <a:cs typeface="Nunito"/>
                <a:sym typeface="Nunito"/>
              </a:rPr>
              <a:t>S40</a:t>
            </a:r>
            <a:r>
              <a:rPr lang="en-US" sz="3000">
                <a:latin typeface="Nunito"/>
                <a:ea typeface="Nunito"/>
                <a:cs typeface="Nunito"/>
                <a:sym typeface="Nunito"/>
              </a:rPr>
              <a:t>6</a:t>
            </a:r>
            <a:endParaRPr/>
          </a:p>
          <a:p>
            <a:pPr indent="0" lvl="0" marL="0" marR="0" rtl="0" algn="just">
              <a:lnSpc>
                <a:spcPct val="140000"/>
              </a:lnSpc>
              <a:spcBef>
                <a:spcPts val="0"/>
              </a:spcBef>
              <a:spcAft>
                <a:spcPts val="0"/>
              </a:spcAft>
              <a:buNone/>
            </a:pPr>
            <a:r>
              <a:t/>
            </a:r>
            <a:endParaRPr b="0" i="0" sz="3000" u="none" cap="none" strike="noStrike">
              <a:solidFill>
                <a:srgbClr val="000000"/>
              </a:solidFill>
              <a:latin typeface="Nunito"/>
              <a:ea typeface="Nunito"/>
              <a:cs typeface="Nunito"/>
              <a:sym typeface="Nunito"/>
            </a:endParaRPr>
          </a:p>
        </p:txBody>
      </p:sp>
      <p:sp>
        <p:nvSpPr>
          <p:cNvPr id="93" name="Google Shape;93;p1"/>
          <p:cNvSpPr/>
          <p:nvPr/>
        </p:nvSpPr>
        <p:spPr>
          <a:xfrm>
            <a:off x="17216912" y="-911620"/>
            <a:ext cx="2942276" cy="2942276"/>
          </a:xfrm>
          <a:custGeom>
            <a:rect b="b" l="l" r="r" t="t"/>
            <a:pathLst>
              <a:path extrusionOk="0" h="2942276" w="2942276">
                <a:moveTo>
                  <a:pt x="0" y="0"/>
                </a:moveTo>
                <a:lnTo>
                  <a:pt x="2942276" y="0"/>
                </a:lnTo>
                <a:lnTo>
                  <a:pt x="2942276" y="2942276"/>
                </a:lnTo>
                <a:lnTo>
                  <a:pt x="0" y="2942276"/>
                </a:lnTo>
                <a:lnTo>
                  <a:pt x="0" y="0"/>
                </a:lnTo>
                <a:close/>
              </a:path>
            </a:pathLst>
          </a:custGeom>
          <a:blipFill rotWithShape="1">
            <a:blip r:embed="rId4">
              <a:alphaModFix/>
            </a:blip>
            <a:stretch>
              <a:fillRect b="0" l="0" r="0" t="0"/>
            </a:stretch>
          </a:blipFill>
          <a:ln>
            <a:noFill/>
          </a:ln>
        </p:spPr>
      </p:sp>
      <p:sp>
        <p:nvSpPr>
          <p:cNvPr id="94" name="Google Shape;94;p1"/>
          <p:cNvSpPr/>
          <p:nvPr/>
        </p:nvSpPr>
        <p:spPr>
          <a:xfrm>
            <a:off x="-631849" y="2601257"/>
            <a:ext cx="4716622" cy="13168235"/>
          </a:xfrm>
          <a:custGeom>
            <a:rect b="b" l="l" r="r" t="t"/>
            <a:pathLst>
              <a:path extrusionOk="0" h="13168235" w="4716622">
                <a:moveTo>
                  <a:pt x="0" y="0"/>
                </a:moveTo>
                <a:lnTo>
                  <a:pt x="4716623" y="0"/>
                </a:lnTo>
                <a:lnTo>
                  <a:pt x="4716623" y="13168235"/>
                </a:lnTo>
                <a:lnTo>
                  <a:pt x="0" y="13168235"/>
                </a:lnTo>
                <a:lnTo>
                  <a:pt x="0" y="0"/>
                </a:lnTo>
                <a:close/>
              </a:path>
            </a:pathLst>
          </a:custGeom>
          <a:blipFill rotWithShape="1">
            <a:blip r:embed="rId6">
              <a:alphaModFix/>
            </a:blip>
            <a:stretch>
              <a:fillRect b="0" l="0" r="0" t="0"/>
            </a:stretch>
          </a:blipFill>
          <a:ln>
            <a:noFill/>
          </a:ln>
        </p:spPr>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grpSp>
        <p:nvGrpSpPr>
          <p:cNvPr id="99" name="Google Shape;99;p2"/>
          <p:cNvGrpSpPr/>
          <p:nvPr/>
        </p:nvGrpSpPr>
        <p:grpSpPr>
          <a:xfrm>
            <a:off x="-1109662" y="0"/>
            <a:ext cx="20507325" cy="10287000"/>
            <a:chOff x="0" y="0"/>
            <a:chExt cx="27343100" cy="13716000"/>
          </a:xfrm>
        </p:grpSpPr>
        <p:sp>
          <p:nvSpPr>
            <p:cNvPr id="100" name="Google Shape;100;p2"/>
            <p:cNvSpPr/>
            <p:nvPr/>
          </p:nvSpPr>
          <p:spPr>
            <a:xfrm>
              <a:off x="0" y="0"/>
              <a:ext cx="13716000" cy="13716000"/>
            </a:xfrm>
            <a:custGeom>
              <a:rect b="b" l="l" r="r" t="t"/>
              <a:pathLst>
                <a:path extrusionOk="0" h="13716000" w="13716000">
                  <a:moveTo>
                    <a:pt x="0" y="0"/>
                  </a:moveTo>
                  <a:lnTo>
                    <a:pt x="13716000" y="0"/>
                  </a:lnTo>
                  <a:lnTo>
                    <a:pt x="13716000" y="13716000"/>
                  </a:lnTo>
                  <a:lnTo>
                    <a:pt x="0" y="13716000"/>
                  </a:lnTo>
                  <a:lnTo>
                    <a:pt x="0" y="0"/>
                  </a:lnTo>
                  <a:close/>
                </a:path>
              </a:pathLst>
            </a:custGeom>
            <a:blipFill rotWithShape="1">
              <a:blip r:embed="rId3">
                <a:alphaModFix/>
              </a:blip>
              <a:stretch>
                <a:fillRect b="0" l="0" r="0" t="0"/>
              </a:stretch>
            </a:blipFill>
            <a:ln>
              <a:noFill/>
            </a:ln>
          </p:spPr>
        </p:sp>
        <p:sp>
          <p:nvSpPr>
            <p:cNvPr id="101" name="Google Shape;101;p2"/>
            <p:cNvSpPr/>
            <p:nvPr/>
          </p:nvSpPr>
          <p:spPr>
            <a:xfrm>
              <a:off x="13627100" y="0"/>
              <a:ext cx="13716000" cy="13716000"/>
            </a:xfrm>
            <a:custGeom>
              <a:rect b="b" l="l" r="r" t="t"/>
              <a:pathLst>
                <a:path extrusionOk="0" h="13716000" w="13716000">
                  <a:moveTo>
                    <a:pt x="0" y="0"/>
                  </a:moveTo>
                  <a:lnTo>
                    <a:pt x="13716000" y="0"/>
                  </a:lnTo>
                  <a:lnTo>
                    <a:pt x="13716000" y="13716000"/>
                  </a:lnTo>
                  <a:lnTo>
                    <a:pt x="0" y="13716000"/>
                  </a:lnTo>
                  <a:lnTo>
                    <a:pt x="0" y="0"/>
                  </a:lnTo>
                  <a:close/>
                </a:path>
              </a:pathLst>
            </a:custGeom>
            <a:blipFill rotWithShape="1">
              <a:blip r:embed="rId3">
                <a:alphaModFix/>
              </a:blip>
              <a:stretch>
                <a:fillRect b="0" l="0" r="0" t="0"/>
              </a:stretch>
            </a:blipFill>
            <a:ln>
              <a:noFill/>
            </a:ln>
          </p:spPr>
        </p:sp>
      </p:grpSp>
      <p:grpSp>
        <p:nvGrpSpPr>
          <p:cNvPr id="102" name="Google Shape;102;p2"/>
          <p:cNvGrpSpPr/>
          <p:nvPr/>
        </p:nvGrpSpPr>
        <p:grpSpPr>
          <a:xfrm>
            <a:off x="1028700" y="2165401"/>
            <a:ext cx="16230707" cy="6944563"/>
            <a:chOff x="0" y="-57150"/>
            <a:chExt cx="4274726" cy="1776103"/>
          </a:xfrm>
        </p:grpSpPr>
        <p:sp>
          <p:nvSpPr>
            <p:cNvPr id="103" name="Google Shape;103;p2"/>
            <p:cNvSpPr/>
            <p:nvPr/>
          </p:nvSpPr>
          <p:spPr>
            <a:xfrm>
              <a:off x="0" y="0"/>
              <a:ext cx="4274726" cy="1718953"/>
            </a:xfrm>
            <a:custGeom>
              <a:rect b="b" l="l" r="r" t="t"/>
              <a:pathLst>
                <a:path extrusionOk="0" h="1718953" w="4274726">
                  <a:moveTo>
                    <a:pt x="0" y="0"/>
                  </a:moveTo>
                  <a:lnTo>
                    <a:pt x="4274726" y="0"/>
                  </a:lnTo>
                  <a:lnTo>
                    <a:pt x="4274726" y="1718953"/>
                  </a:lnTo>
                  <a:lnTo>
                    <a:pt x="0" y="1718953"/>
                  </a:lnTo>
                  <a:close/>
                </a:path>
              </a:pathLst>
            </a:custGeom>
            <a:solidFill>
              <a:srgbClr val="F1F2F2"/>
            </a:solidFill>
            <a:ln>
              <a:noFill/>
            </a:ln>
          </p:spPr>
        </p:sp>
        <p:sp>
          <p:nvSpPr>
            <p:cNvPr id="104" name="Google Shape;104;p2"/>
            <p:cNvSpPr txBox="1"/>
            <p:nvPr/>
          </p:nvSpPr>
          <p:spPr>
            <a:xfrm>
              <a:off x="0" y="-57150"/>
              <a:ext cx="4274726" cy="177610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5" name="Google Shape;105;p2"/>
          <p:cNvGrpSpPr/>
          <p:nvPr/>
        </p:nvGrpSpPr>
        <p:grpSpPr>
          <a:xfrm>
            <a:off x="5139012" y="470313"/>
            <a:ext cx="6540384" cy="1560343"/>
            <a:chOff x="0" y="-57150"/>
            <a:chExt cx="1722570" cy="410954"/>
          </a:xfrm>
        </p:grpSpPr>
        <p:sp>
          <p:nvSpPr>
            <p:cNvPr id="106" name="Google Shape;106;p2"/>
            <p:cNvSpPr/>
            <p:nvPr/>
          </p:nvSpPr>
          <p:spPr>
            <a:xfrm>
              <a:off x="0" y="0"/>
              <a:ext cx="1722570" cy="353804"/>
            </a:xfrm>
            <a:custGeom>
              <a:rect b="b" l="l" r="r" t="t"/>
              <a:pathLst>
                <a:path extrusionOk="0" h="353804" w="1722570">
                  <a:moveTo>
                    <a:pt x="0" y="0"/>
                  </a:moveTo>
                  <a:lnTo>
                    <a:pt x="1722570" y="0"/>
                  </a:lnTo>
                  <a:lnTo>
                    <a:pt x="1722570" y="353804"/>
                  </a:lnTo>
                  <a:lnTo>
                    <a:pt x="0" y="353804"/>
                  </a:lnTo>
                  <a:close/>
                </a:path>
              </a:pathLst>
            </a:custGeom>
            <a:solidFill>
              <a:srgbClr val="DDDEDE"/>
            </a:solidFill>
            <a:ln cap="sq" cmpd="sng" w="38100">
              <a:solidFill>
                <a:srgbClr val="F1F2F2"/>
              </a:solidFill>
              <a:prstDash val="solid"/>
              <a:miter lim="8000"/>
              <a:headEnd len="sm" w="sm" type="none"/>
              <a:tailEnd len="sm" w="sm" type="none"/>
            </a:ln>
          </p:spPr>
        </p:sp>
        <p:sp>
          <p:nvSpPr>
            <p:cNvPr id="107" name="Google Shape;107;p2"/>
            <p:cNvSpPr txBox="1"/>
            <p:nvPr/>
          </p:nvSpPr>
          <p:spPr>
            <a:xfrm>
              <a:off x="0" y="-57150"/>
              <a:ext cx="1722570" cy="41095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8" name="Google Shape;108;p2"/>
          <p:cNvSpPr txBox="1"/>
          <p:nvPr/>
        </p:nvSpPr>
        <p:spPr>
          <a:xfrm>
            <a:off x="3808925" y="874793"/>
            <a:ext cx="9200557" cy="863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5000" u="none" cap="none" strike="noStrike">
                <a:solidFill>
                  <a:srgbClr val="000000"/>
                </a:solidFill>
                <a:latin typeface="Fredoka"/>
                <a:ea typeface="Fredoka"/>
                <a:cs typeface="Fredoka"/>
                <a:sym typeface="Fredoka"/>
              </a:rPr>
              <a:t>CONTENTS</a:t>
            </a:r>
            <a:endParaRPr/>
          </a:p>
        </p:txBody>
      </p:sp>
      <p:sp>
        <p:nvSpPr>
          <p:cNvPr id="109" name="Google Shape;109;p2"/>
          <p:cNvSpPr txBox="1"/>
          <p:nvPr/>
        </p:nvSpPr>
        <p:spPr>
          <a:xfrm>
            <a:off x="1979525" y="2165400"/>
            <a:ext cx="7164600" cy="7325100"/>
          </a:xfrm>
          <a:prstGeom prst="rect">
            <a:avLst/>
          </a:prstGeom>
          <a:noFill/>
          <a:ln>
            <a:noFill/>
          </a:ln>
        </p:spPr>
        <p:txBody>
          <a:bodyPr anchorCtr="0" anchor="t" bIns="0" lIns="0" spcFirstLastPara="1" rIns="0" wrap="square" tIns="0">
            <a:spAutoFit/>
          </a:bodyPr>
          <a:lstStyle/>
          <a:p>
            <a:pPr indent="-382269" lvl="1" marL="777238" marR="0" rtl="0" algn="just">
              <a:lnSpc>
                <a:spcPct val="140011"/>
              </a:lnSpc>
              <a:spcBef>
                <a:spcPts val="0"/>
              </a:spcBef>
              <a:spcAft>
                <a:spcPts val="0"/>
              </a:spcAft>
              <a:buClr>
                <a:srgbClr val="000000"/>
              </a:buClr>
              <a:buSzPts val="3499"/>
              <a:buFont typeface="Arial"/>
              <a:buChar char="•"/>
            </a:pPr>
            <a:r>
              <a:rPr b="1" lang="en-US" sz="3499">
                <a:latin typeface="Nunito"/>
                <a:ea typeface="Nunito"/>
                <a:cs typeface="Nunito"/>
                <a:sym typeface="Nunito"/>
              </a:rPr>
              <a:t>Abstract</a:t>
            </a:r>
            <a:endParaRPr sz="1300"/>
          </a:p>
          <a:p>
            <a:pPr indent="-382269" lvl="1" marL="777238" marR="0" rtl="0" algn="just">
              <a:lnSpc>
                <a:spcPct val="140011"/>
              </a:lnSpc>
              <a:spcBef>
                <a:spcPts val="0"/>
              </a:spcBef>
              <a:spcAft>
                <a:spcPts val="0"/>
              </a:spcAft>
              <a:buClr>
                <a:srgbClr val="000000"/>
              </a:buClr>
              <a:buSzPts val="3499"/>
              <a:buFont typeface="Arial"/>
              <a:buChar char="•"/>
            </a:pPr>
            <a:r>
              <a:rPr b="1" lang="en-US" sz="3499">
                <a:latin typeface="Nunito"/>
                <a:ea typeface="Nunito"/>
                <a:cs typeface="Nunito"/>
                <a:sym typeface="Nunito"/>
              </a:rPr>
              <a:t>Literature Survey</a:t>
            </a:r>
            <a:endParaRPr sz="1300"/>
          </a:p>
          <a:p>
            <a:pPr indent="-382269" lvl="1" marL="777238" marR="0" rtl="0" algn="l">
              <a:lnSpc>
                <a:spcPct val="140011"/>
              </a:lnSpc>
              <a:spcBef>
                <a:spcPts val="0"/>
              </a:spcBef>
              <a:spcAft>
                <a:spcPts val="0"/>
              </a:spcAft>
              <a:buClr>
                <a:srgbClr val="000000"/>
              </a:buClr>
              <a:buSzPts val="3499"/>
              <a:buFont typeface="Arial"/>
              <a:buChar char="•"/>
            </a:pPr>
            <a:r>
              <a:rPr b="1" lang="en-US" sz="3499">
                <a:latin typeface="Nunito"/>
                <a:ea typeface="Nunito"/>
                <a:cs typeface="Nunito"/>
                <a:sym typeface="Nunito"/>
              </a:rPr>
              <a:t>Existing System</a:t>
            </a:r>
            <a:endParaRPr sz="1300"/>
          </a:p>
          <a:p>
            <a:pPr indent="-382269" lvl="1" marL="777238" marR="0" rtl="0" algn="l">
              <a:lnSpc>
                <a:spcPct val="140011"/>
              </a:lnSpc>
              <a:spcBef>
                <a:spcPts val="0"/>
              </a:spcBef>
              <a:spcAft>
                <a:spcPts val="0"/>
              </a:spcAft>
              <a:buClr>
                <a:srgbClr val="000000"/>
              </a:buClr>
              <a:buSzPts val="3499"/>
              <a:buFont typeface="Arial"/>
              <a:buChar char="•"/>
            </a:pPr>
            <a:r>
              <a:rPr b="1" lang="en-US" sz="3499">
                <a:latin typeface="Nunito"/>
                <a:ea typeface="Nunito"/>
                <a:cs typeface="Nunito"/>
                <a:sym typeface="Nunito"/>
              </a:rPr>
              <a:t>Proposed System</a:t>
            </a:r>
            <a:endParaRPr sz="1300"/>
          </a:p>
          <a:p>
            <a:pPr indent="-382269" lvl="1" marL="777238" marR="0" rtl="0" algn="l">
              <a:lnSpc>
                <a:spcPct val="140011"/>
              </a:lnSpc>
              <a:spcBef>
                <a:spcPts val="0"/>
              </a:spcBef>
              <a:spcAft>
                <a:spcPts val="0"/>
              </a:spcAft>
              <a:buClr>
                <a:srgbClr val="000000"/>
              </a:buClr>
              <a:buSzPts val="3499"/>
              <a:buFont typeface="Arial"/>
              <a:buChar char="•"/>
            </a:pPr>
            <a:r>
              <a:rPr b="1" lang="en-US" sz="3499">
                <a:latin typeface="Nunito"/>
                <a:ea typeface="Nunito"/>
                <a:cs typeface="Nunito"/>
                <a:sym typeface="Nunito"/>
              </a:rPr>
              <a:t>Block Diagram</a:t>
            </a:r>
            <a:endParaRPr sz="1300"/>
          </a:p>
          <a:p>
            <a:pPr indent="-382269" lvl="1" marL="777238" marR="0" rtl="0" algn="l">
              <a:lnSpc>
                <a:spcPct val="140011"/>
              </a:lnSpc>
              <a:spcBef>
                <a:spcPts val="0"/>
              </a:spcBef>
              <a:spcAft>
                <a:spcPts val="0"/>
              </a:spcAft>
              <a:buClr>
                <a:srgbClr val="000000"/>
              </a:buClr>
              <a:buSzPts val="3499"/>
              <a:buFont typeface="Arial"/>
              <a:buChar char="•"/>
            </a:pPr>
            <a:r>
              <a:rPr b="1" lang="en-US" sz="3499">
                <a:latin typeface="Nunito"/>
                <a:ea typeface="Nunito"/>
                <a:cs typeface="Nunito"/>
                <a:sym typeface="Nunito"/>
              </a:rPr>
              <a:t>System</a:t>
            </a:r>
            <a:r>
              <a:rPr b="1" i="0" lang="en-US" sz="3499" u="none" cap="none" strike="noStrike">
                <a:solidFill>
                  <a:srgbClr val="000000"/>
                </a:solidFill>
                <a:latin typeface="Nunito"/>
                <a:ea typeface="Nunito"/>
                <a:cs typeface="Nunito"/>
                <a:sym typeface="Nunito"/>
              </a:rPr>
              <a:t> Requirements</a:t>
            </a:r>
            <a:endParaRPr sz="1300"/>
          </a:p>
          <a:p>
            <a:pPr indent="-382268" lvl="1" marL="777237" marR="0" rtl="0" algn="l">
              <a:lnSpc>
                <a:spcPct val="140011"/>
              </a:lnSpc>
              <a:spcBef>
                <a:spcPts val="0"/>
              </a:spcBef>
              <a:spcAft>
                <a:spcPts val="0"/>
              </a:spcAft>
              <a:buClr>
                <a:srgbClr val="000000"/>
              </a:buClr>
              <a:buSzPts val="3499"/>
              <a:buFont typeface="Arial"/>
              <a:buChar char="•"/>
            </a:pPr>
            <a:r>
              <a:rPr b="1" lang="en-US" sz="3499">
                <a:latin typeface="Nunito"/>
                <a:ea typeface="Nunito"/>
                <a:cs typeface="Nunito"/>
                <a:sym typeface="Nunito"/>
              </a:rPr>
              <a:t>Applications</a:t>
            </a:r>
            <a:endParaRPr b="1" sz="3499">
              <a:latin typeface="Nunito"/>
              <a:ea typeface="Nunito"/>
              <a:cs typeface="Nunito"/>
              <a:sym typeface="Nunito"/>
            </a:endParaRPr>
          </a:p>
          <a:p>
            <a:pPr indent="-382268" lvl="1" marL="777237" marR="0" rtl="0" algn="l">
              <a:lnSpc>
                <a:spcPct val="140011"/>
              </a:lnSpc>
              <a:spcBef>
                <a:spcPts val="0"/>
              </a:spcBef>
              <a:spcAft>
                <a:spcPts val="0"/>
              </a:spcAft>
              <a:buSzPts val="3499"/>
              <a:buFont typeface="Nunito"/>
              <a:buChar char="•"/>
            </a:pPr>
            <a:r>
              <a:rPr b="1" lang="en-US" sz="3499">
                <a:latin typeface="Nunito"/>
                <a:ea typeface="Nunito"/>
                <a:cs typeface="Nunito"/>
                <a:sym typeface="Nunito"/>
              </a:rPr>
              <a:t>Work Plan</a:t>
            </a:r>
            <a:endParaRPr b="1" sz="3499">
              <a:latin typeface="Nunito"/>
              <a:ea typeface="Nunito"/>
              <a:cs typeface="Nunito"/>
              <a:sym typeface="Nunito"/>
            </a:endParaRPr>
          </a:p>
          <a:p>
            <a:pPr indent="-382268" lvl="1" marL="777237" marR="0" rtl="0" algn="l">
              <a:lnSpc>
                <a:spcPct val="140011"/>
              </a:lnSpc>
              <a:spcBef>
                <a:spcPts val="0"/>
              </a:spcBef>
              <a:spcAft>
                <a:spcPts val="0"/>
              </a:spcAft>
              <a:buSzPts val="3499"/>
              <a:buFont typeface="Nunito"/>
              <a:buChar char="•"/>
            </a:pPr>
            <a:r>
              <a:rPr b="1" lang="en-US" sz="3499">
                <a:latin typeface="Nunito"/>
                <a:ea typeface="Nunito"/>
                <a:cs typeface="Nunito"/>
                <a:sym typeface="Nunito"/>
              </a:rPr>
              <a:t>References</a:t>
            </a:r>
            <a:endParaRPr b="1" sz="3499">
              <a:latin typeface="Nunito"/>
              <a:ea typeface="Nunito"/>
              <a:cs typeface="Nunito"/>
              <a:sym typeface="Nunito"/>
            </a:endParaRPr>
          </a:p>
          <a:p>
            <a:pPr indent="-382269" lvl="1" marL="777238" marR="0" rtl="0" algn="l">
              <a:lnSpc>
                <a:spcPct val="140011"/>
              </a:lnSpc>
              <a:spcBef>
                <a:spcPts val="0"/>
              </a:spcBef>
              <a:spcAft>
                <a:spcPts val="0"/>
              </a:spcAft>
              <a:buSzPts val="3499"/>
              <a:buFont typeface="Nunito"/>
              <a:buChar char="•"/>
            </a:pPr>
            <a:r>
              <a:rPr b="1" lang="en-US" sz="3499">
                <a:latin typeface="Nunito"/>
                <a:ea typeface="Nunito"/>
                <a:cs typeface="Nunito"/>
                <a:sym typeface="Nunito"/>
              </a:rPr>
              <a:t>Conclusion</a:t>
            </a:r>
            <a:endParaRPr b="1" sz="3499">
              <a:latin typeface="Nunito"/>
              <a:ea typeface="Nunito"/>
              <a:cs typeface="Nunito"/>
              <a:sym typeface="Nunito"/>
            </a:endParaRPr>
          </a:p>
        </p:txBody>
      </p:sp>
      <p:sp>
        <p:nvSpPr>
          <p:cNvPr id="110" name="Google Shape;110;p2"/>
          <p:cNvSpPr/>
          <p:nvPr/>
        </p:nvSpPr>
        <p:spPr>
          <a:xfrm>
            <a:off x="-1109662" y="-911620"/>
            <a:ext cx="2942276" cy="2942276"/>
          </a:xfrm>
          <a:custGeom>
            <a:rect b="b" l="l" r="r" t="t"/>
            <a:pathLst>
              <a:path extrusionOk="0" h="2942276" w="2942276">
                <a:moveTo>
                  <a:pt x="0" y="0"/>
                </a:moveTo>
                <a:lnTo>
                  <a:pt x="2942276" y="0"/>
                </a:lnTo>
                <a:lnTo>
                  <a:pt x="2942276" y="2942276"/>
                </a:lnTo>
                <a:lnTo>
                  <a:pt x="0" y="2942276"/>
                </a:lnTo>
                <a:lnTo>
                  <a:pt x="0" y="0"/>
                </a:lnTo>
                <a:close/>
              </a:path>
            </a:pathLst>
          </a:custGeom>
          <a:blipFill rotWithShape="1">
            <a:blip r:embed="rId4">
              <a:alphaModFix/>
            </a:blip>
            <a:stretch>
              <a:fillRect b="0" l="0" r="0" t="0"/>
            </a:stretch>
          </a:blipFill>
          <a:ln>
            <a:noFill/>
          </a:ln>
        </p:spPr>
      </p:sp>
      <p:sp>
        <p:nvSpPr>
          <p:cNvPr id="111" name="Google Shape;111;p2"/>
          <p:cNvSpPr/>
          <p:nvPr/>
        </p:nvSpPr>
        <p:spPr>
          <a:xfrm>
            <a:off x="14386010" y="9237573"/>
            <a:ext cx="3395204" cy="1049427"/>
          </a:xfrm>
          <a:custGeom>
            <a:rect b="b" l="l" r="r" t="t"/>
            <a:pathLst>
              <a:path extrusionOk="0" h="1049427" w="3395204">
                <a:moveTo>
                  <a:pt x="0" y="0"/>
                </a:moveTo>
                <a:lnTo>
                  <a:pt x="3395204" y="0"/>
                </a:lnTo>
                <a:lnTo>
                  <a:pt x="3395204" y="1049427"/>
                </a:lnTo>
                <a:lnTo>
                  <a:pt x="0" y="1049427"/>
                </a:lnTo>
                <a:lnTo>
                  <a:pt x="0" y="0"/>
                </a:lnTo>
                <a:close/>
              </a:path>
            </a:pathLst>
          </a:custGeom>
          <a:blipFill rotWithShape="1">
            <a:blip r:embed="rId5">
              <a:alphaModFix/>
            </a:blip>
            <a:stretch>
              <a:fillRect b="0" l="0" r="0" t="0"/>
            </a:stretch>
          </a:blipFill>
          <a:ln>
            <a:noFill/>
          </a:ln>
        </p:spPr>
      </p:sp>
      <p:sp>
        <p:nvSpPr>
          <p:cNvPr id="112" name="Google Shape;112;p2"/>
          <p:cNvSpPr/>
          <p:nvPr/>
        </p:nvSpPr>
        <p:spPr>
          <a:xfrm>
            <a:off x="12552168" y="2165411"/>
            <a:ext cx="5229066" cy="11412644"/>
          </a:xfrm>
          <a:custGeom>
            <a:rect b="b" l="l" r="r" t="t"/>
            <a:pathLst>
              <a:path extrusionOk="0" h="11412644" w="5229066">
                <a:moveTo>
                  <a:pt x="0" y="0"/>
                </a:moveTo>
                <a:lnTo>
                  <a:pt x="5229066" y="0"/>
                </a:lnTo>
                <a:lnTo>
                  <a:pt x="5229066" y="11412643"/>
                </a:lnTo>
                <a:lnTo>
                  <a:pt x="0" y="11412643"/>
                </a:lnTo>
                <a:lnTo>
                  <a:pt x="0" y="0"/>
                </a:lnTo>
                <a:close/>
              </a:path>
            </a:pathLst>
          </a:custGeom>
          <a:blipFill rotWithShape="1">
            <a:blip r:embed="rId6">
              <a:alphaModFix/>
            </a:blip>
            <a:stretch>
              <a:fillRect b="0" l="0" r="0" t="0"/>
            </a:stretch>
          </a:blipFill>
          <a:ln>
            <a:noFill/>
          </a:ln>
        </p:spPr>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grpSp>
        <p:nvGrpSpPr>
          <p:cNvPr id="117" name="Google Shape;117;p3"/>
          <p:cNvGrpSpPr/>
          <p:nvPr/>
        </p:nvGrpSpPr>
        <p:grpSpPr>
          <a:xfrm>
            <a:off x="-1109662" y="0"/>
            <a:ext cx="20507325" cy="10287000"/>
            <a:chOff x="0" y="0"/>
            <a:chExt cx="27343100" cy="13716000"/>
          </a:xfrm>
        </p:grpSpPr>
        <p:sp>
          <p:nvSpPr>
            <p:cNvPr id="118" name="Google Shape;118;p3"/>
            <p:cNvSpPr/>
            <p:nvPr/>
          </p:nvSpPr>
          <p:spPr>
            <a:xfrm>
              <a:off x="0" y="0"/>
              <a:ext cx="13716000" cy="13716000"/>
            </a:xfrm>
            <a:custGeom>
              <a:rect b="b" l="l" r="r" t="t"/>
              <a:pathLst>
                <a:path extrusionOk="0" h="13716000" w="13716000">
                  <a:moveTo>
                    <a:pt x="0" y="0"/>
                  </a:moveTo>
                  <a:lnTo>
                    <a:pt x="13716000" y="0"/>
                  </a:lnTo>
                  <a:lnTo>
                    <a:pt x="13716000" y="13716000"/>
                  </a:lnTo>
                  <a:lnTo>
                    <a:pt x="0" y="13716000"/>
                  </a:lnTo>
                  <a:lnTo>
                    <a:pt x="0" y="0"/>
                  </a:lnTo>
                  <a:close/>
                </a:path>
              </a:pathLst>
            </a:custGeom>
            <a:blipFill rotWithShape="1">
              <a:blip r:embed="rId3">
                <a:alphaModFix/>
              </a:blip>
              <a:stretch>
                <a:fillRect b="0" l="0" r="0" t="0"/>
              </a:stretch>
            </a:blipFill>
            <a:ln>
              <a:noFill/>
            </a:ln>
          </p:spPr>
        </p:sp>
        <p:sp>
          <p:nvSpPr>
            <p:cNvPr id="119" name="Google Shape;119;p3"/>
            <p:cNvSpPr/>
            <p:nvPr/>
          </p:nvSpPr>
          <p:spPr>
            <a:xfrm>
              <a:off x="13627100" y="0"/>
              <a:ext cx="13716000" cy="13716000"/>
            </a:xfrm>
            <a:custGeom>
              <a:rect b="b" l="l" r="r" t="t"/>
              <a:pathLst>
                <a:path extrusionOk="0" h="13716000" w="13716000">
                  <a:moveTo>
                    <a:pt x="0" y="0"/>
                  </a:moveTo>
                  <a:lnTo>
                    <a:pt x="13716000" y="0"/>
                  </a:lnTo>
                  <a:lnTo>
                    <a:pt x="13716000" y="13716000"/>
                  </a:lnTo>
                  <a:lnTo>
                    <a:pt x="0" y="13716000"/>
                  </a:lnTo>
                  <a:lnTo>
                    <a:pt x="0" y="0"/>
                  </a:lnTo>
                  <a:close/>
                </a:path>
              </a:pathLst>
            </a:custGeom>
            <a:blipFill rotWithShape="1">
              <a:blip r:embed="rId3">
                <a:alphaModFix/>
              </a:blip>
              <a:stretch>
                <a:fillRect b="0" l="0" r="0" t="0"/>
              </a:stretch>
            </a:blipFill>
            <a:ln>
              <a:noFill/>
            </a:ln>
          </p:spPr>
        </p:sp>
      </p:grpSp>
      <p:grpSp>
        <p:nvGrpSpPr>
          <p:cNvPr id="120" name="Google Shape;120;p3"/>
          <p:cNvGrpSpPr/>
          <p:nvPr/>
        </p:nvGrpSpPr>
        <p:grpSpPr>
          <a:xfrm>
            <a:off x="1028700" y="1288950"/>
            <a:ext cx="16230707" cy="7588708"/>
            <a:chOff x="0" y="-57150"/>
            <a:chExt cx="4274726" cy="1998659"/>
          </a:xfrm>
        </p:grpSpPr>
        <p:sp>
          <p:nvSpPr>
            <p:cNvPr id="121" name="Google Shape;121;p3"/>
            <p:cNvSpPr/>
            <p:nvPr/>
          </p:nvSpPr>
          <p:spPr>
            <a:xfrm>
              <a:off x="0" y="0"/>
              <a:ext cx="4274726" cy="1941509"/>
            </a:xfrm>
            <a:custGeom>
              <a:rect b="b" l="l" r="r" t="t"/>
              <a:pathLst>
                <a:path extrusionOk="0" h="1941509" w="4274726">
                  <a:moveTo>
                    <a:pt x="0" y="0"/>
                  </a:moveTo>
                  <a:lnTo>
                    <a:pt x="4274726" y="0"/>
                  </a:lnTo>
                  <a:lnTo>
                    <a:pt x="4274726" y="1941509"/>
                  </a:lnTo>
                  <a:lnTo>
                    <a:pt x="0" y="1941509"/>
                  </a:lnTo>
                  <a:close/>
                </a:path>
              </a:pathLst>
            </a:custGeom>
            <a:solidFill>
              <a:srgbClr val="F1F2F2"/>
            </a:solidFill>
            <a:ln>
              <a:noFill/>
            </a:ln>
          </p:spPr>
        </p:sp>
        <p:sp>
          <p:nvSpPr>
            <p:cNvPr id="122" name="Google Shape;122;p3"/>
            <p:cNvSpPr txBox="1"/>
            <p:nvPr/>
          </p:nvSpPr>
          <p:spPr>
            <a:xfrm>
              <a:off x="0" y="-57150"/>
              <a:ext cx="4274726" cy="199865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3" name="Google Shape;123;p3"/>
          <p:cNvGrpSpPr/>
          <p:nvPr/>
        </p:nvGrpSpPr>
        <p:grpSpPr>
          <a:xfrm>
            <a:off x="4817701" y="423837"/>
            <a:ext cx="9185650" cy="1606820"/>
            <a:chOff x="0" y="-57150"/>
            <a:chExt cx="2419266" cy="423195"/>
          </a:xfrm>
        </p:grpSpPr>
        <p:sp>
          <p:nvSpPr>
            <p:cNvPr id="124" name="Google Shape;124;p3"/>
            <p:cNvSpPr/>
            <p:nvPr/>
          </p:nvSpPr>
          <p:spPr>
            <a:xfrm>
              <a:off x="0" y="0"/>
              <a:ext cx="2419266" cy="366045"/>
            </a:xfrm>
            <a:custGeom>
              <a:rect b="b" l="l" r="r" t="t"/>
              <a:pathLst>
                <a:path extrusionOk="0" h="366045" w="2419266">
                  <a:moveTo>
                    <a:pt x="0" y="0"/>
                  </a:moveTo>
                  <a:lnTo>
                    <a:pt x="2419266" y="0"/>
                  </a:lnTo>
                  <a:lnTo>
                    <a:pt x="2419266" y="366045"/>
                  </a:lnTo>
                  <a:lnTo>
                    <a:pt x="0" y="366045"/>
                  </a:lnTo>
                  <a:close/>
                </a:path>
              </a:pathLst>
            </a:custGeom>
            <a:solidFill>
              <a:srgbClr val="DDDEDE"/>
            </a:solidFill>
            <a:ln cap="sq" cmpd="sng" w="38100">
              <a:solidFill>
                <a:srgbClr val="F1F2F2"/>
              </a:solidFill>
              <a:prstDash val="solid"/>
              <a:miter lim="8000"/>
              <a:headEnd len="sm" w="sm" type="none"/>
              <a:tailEnd len="sm" w="sm" type="none"/>
            </a:ln>
          </p:spPr>
        </p:sp>
        <p:sp>
          <p:nvSpPr>
            <p:cNvPr id="125" name="Google Shape;125;p3"/>
            <p:cNvSpPr txBox="1"/>
            <p:nvPr/>
          </p:nvSpPr>
          <p:spPr>
            <a:xfrm>
              <a:off x="0" y="-57150"/>
              <a:ext cx="2419266" cy="42319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6" name="Google Shape;126;p3"/>
          <p:cNvSpPr txBox="1"/>
          <p:nvPr/>
        </p:nvSpPr>
        <p:spPr>
          <a:xfrm>
            <a:off x="4461219" y="933450"/>
            <a:ext cx="9898500" cy="7389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4800">
                <a:latin typeface="Fredoka"/>
                <a:ea typeface="Fredoka"/>
                <a:cs typeface="Fredoka"/>
                <a:sym typeface="Fredoka"/>
              </a:rPr>
              <a:t>ABSTRACT</a:t>
            </a:r>
            <a:endParaRPr/>
          </a:p>
        </p:txBody>
      </p:sp>
      <p:sp>
        <p:nvSpPr>
          <p:cNvPr id="127" name="Google Shape;127;p3"/>
          <p:cNvSpPr txBox="1"/>
          <p:nvPr/>
        </p:nvSpPr>
        <p:spPr>
          <a:xfrm>
            <a:off x="1547975" y="2677449"/>
            <a:ext cx="15081900" cy="6926700"/>
          </a:xfrm>
          <a:prstGeom prst="rect">
            <a:avLst/>
          </a:prstGeom>
          <a:noFill/>
          <a:ln>
            <a:noFill/>
          </a:ln>
        </p:spPr>
        <p:txBody>
          <a:bodyPr anchorCtr="0" anchor="t" bIns="0" lIns="0" spcFirstLastPara="1" rIns="0" wrap="square" tIns="0">
            <a:spAutoFit/>
          </a:bodyPr>
          <a:lstStyle/>
          <a:p>
            <a:pPr indent="-323851" lvl="1" marL="647702" marR="0" rtl="0" algn="just">
              <a:lnSpc>
                <a:spcPct val="140000"/>
              </a:lnSpc>
              <a:spcBef>
                <a:spcPts val="0"/>
              </a:spcBef>
              <a:spcAft>
                <a:spcPts val="0"/>
              </a:spcAft>
              <a:buClr>
                <a:srgbClr val="000000"/>
              </a:buClr>
              <a:buSzPts val="3000"/>
              <a:buFont typeface="Arial"/>
              <a:buChar char="•"/>
            </a:pPr>
            <a:r>
              <a:rPr lang="en-US" sz="3000">
                <a:latin typeface="Nunito"/>
                <a:ea typeface="Nunito"/>
                <a:cs typeface="Nunito"/>
                <a:sym typeface="Nunito"/>
              </a:rPr>
              <a:t>Phishing is a kind of worldwide spread cybercrime that uses disguised websites to trick users into downloading malware or providing personally sensitive information to attackers.</a:t>
            </a:r>
            <a:endParaRPr/>
          </a:p>
          <a:p>
            <a:pPr indent="-323851" lvl="1" marL="647702" marR="0" rtl="0" algn="just">
              <a:lnSpc>
                <a:spcPct val="140000"/>
              </a:lnSpc>
              <a:spcBef>
                <a:spcPts val="0"/>
              </a:spcBef>
              <a:spcAft>
                <a:spcPts val="0"/>
              </a:spcAft>
              <a:buClr>
                <a:srgbClr val="000000"/>
              </a:buClr>
              <a:buSzPts val="3000"/>
              <a:buFont typeface="Arial"/>
              <a:buChar char="•"/>
            </a:pPr>
            <a:r>
              <a:rPr lang="en-US" sz="3000">
                <a:latin typeface="Nunito"/>
                <a:ea typeface="Nunito"/>
                <a:cs typeface="Nunito"/>
                <a:sym typeface="Nunito"/>
              </a:rPr>
              <a:t>With the rapid development of artificial intelligence, more and more researchers in the cybersecurity field utilize machine learning algorithms to classify phishing websites.</a:t>
            </a:r>
            <a:endParaRPr sz="3000">
              <a:latin typeface="Nunito"/>
              <a:ea typeface="Nunito"/>
              <a:cs typeface="Nunito"/>
              <a:sym typeface="Nunito"/>
            </a:endParaRPr>
          </a:p>
          <a:p>
            <a:pPr indent="-323851" lvl="1" marL="647702" marR="0" rtl="0" algn="just">
              <a:lnSpc>
                <a:spcPct val="140000"/>
              </a:lnSpc>
              <a:spcBef>
                <a:spcPts val="0"/>
              </a:spcBef>
              <a:spcAft>
                <a:spcPts val="0"/>
              </a:spcAft>
              <a:buSzPts val="3000"/>
              <a:buFont typeface="Nunito"/>
              <a:buChar char="•"/>
            </a:pPr>
            <a:r>
              <a:rPr lang="en-US" sz="3000">
                <a:latin typeface="Nunito"/>
                <a:ea typeface="Nunito"/>
                <a:cs typeface="Nunito"/>
                <a:sym typeface="Nunito"/>
              </a:rPr>
              <a:t>This project proposes a comprehensive framework for detecting phishing websites using machine learning techniques. It involves data collection, preprocessing, feature extraction, model selection, training, evaluation, and deployment. </a:t>
            </a:r>
            <a:endParaRPr sz="3000">
              <a:latin typeface="Nunito"/>
              <a:ea typeface="Nunito"/>
              <a:cs typeface="Nunito"/>
              <a:sym typeface="Nunito"/>
            </a:endParaRPr>
          </a:p>
          <a:p>
            <a:pPr indent="-323851" lvl="1" marL="647702" marR="0" rtl="0" algn="just">
              <a:lnSpc>
                <a:spcPct val="140000"/>
              </a:lnSpc>
              <a:spcBef>
                <a:spcPts val="0"/>
              </a:spcBef>
              <a:spcAft>
                <a:spcPts val="0"/>
              </a:spcAft>
              <a:buSzPts val="3000"/>
              <a:buFont typeface="Nunito"/>
              <a:buChar char="•"/>
            </a:pPr>
            <a:r>
              <a:rPr lang="en-US" sz="3000">
                <a:latin typeface="Nunito"/>
                <a:ea typeface="Nunito"/>
                <a:cs typeface="Nunito"/>
                <a:sym typeface="Nunito"/>
              </a:rPr>
              <a:t>Relevant features are extracted from URLs, and various machine learning models are explored for classification, with hyperparameter tuning for optimization</a:t>
            </a:r>
            <a:endParaRPr sz="3000">
              <a:latin typeface="Nunito"/>
              <a:ea typeface="Nunito"/>
              <a:cs typeface="Nunito"/>
              <a:sym typeface="Nunito"/>
            </a:endParaRPr>
          </a:p>
        </p:txBody>
      </p:sp>
      <p:sp>
        <p:nvSpPr>
          <p:cNvPr id="128" name="Google Shape;128;p3"/>
          <p:cNvSpPr/>
          <p:nvPr/>
        </p:nvSpPr>
        <p:spPr>
          <a:xfrm>
            <a:off x="-1109662" y="-911620"/>
            <a:ext cx="2942276" cy="2942276"/>
          </a:xfrm>
          <a:custGeom>
            <a:rect b="b" l="l" r="r" t="t"/>
            <a:pathLst>
              <a:path extrusionOk="0" h="2942276" w="2942276">
                <a:moveTo>
                  <a:pt x="0" y="0"/>
                </a:moveTo>
                <a:lnTo>
                  <a:pt x="2942276" y="0"/>
                </a:lnTo>
                <a:lnTo>
                  <a:pt x="2942276" y="2942276"/>
                </a:lnTo>
                <a:lnTo>
                  <a:pt x="0" y="2942276"/>
                </a:lnTo>
                <a:lnTo>
                  <a:pt x="0" y="0"/>
                </a:lnTo>
                <a:close/>
              </a:path>
            </a:pathLst>
          </a:custGeom>
          <a:blipFill rotWithShape="1">
            <a:blip r:embed="rId4">
              <a:alphaModFix/>
            </a:blip>
            <a:stretch>
              <a:fillRect b="0" l="0" r="0" t="0"/>
            </a:stretch>
          </a:blipFill>
          <a:ln>
            <a:noFill/>
          </a:ln>
        </p:spPr>
      </p:sp>
      <p:sp>
        <p:nvSpPr>
          <p:cNvPr id="129" name="Google Shape;129;p3"/>
          <p:cNvSpPr/>
          <p:nvPr/>
        </p:nvSpPr>
        <p:spPr>
          <a:xfrm>
            <a:off x="15316914" y="9119932"/>
            <a:ext cx="3395204" cy="1049427"/>
          </a:xfrm>
          <a:custGeom>
            <a:rect b="b" l="l" r="r" t="t"/>
            <a:pathLst>
              <a:path extrusionOk="0" h="1049427" w="3395204">
                <a:moveTo>
                  <a:pt x="0" y="0"/>
                </a:moveTo>
                <a:lnTo>
                  <a:pt x="3395204" y="0"/>
                </a:lnTo>
                <a:lnTo>
                  <a:pt x="3395204" y="1049427"/>
                </a:lnTo>
                <a:lnTo>
                  <a:pt x="0" y="1049427"/>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grpSp>
        <p:nvGrpSpPr>
          <p:cNvPr id="134" name="Google Shape;134;p8"/>
          <p:cNvGrpSpPr/>
          <p:nvPr/>
        </p:nvGrpSpPr>
        <p:grpSpPr>
          <a:xfrm>
            <a:off x="-1109662" y="0"/>
            <a:ext cx="20507325" cy="10287000"/>
            <a:chOff x="0" y="0"/>
            <a:chExt cx="27343100" cy="13716000"/>
          </a:xfrm>
        </p:grpSpPr>
        <p:sp>
          <p:nvSpPr>
            <p:cNvPr id="135" name="Google Shape;135;p8"/>
            <p:cNvSpPr/>
            <p:nvPr/>
          </p:nvSpPr>
          <p:spPr>
            <a:xfrm>
              <a:off x="0" y="0"/>
              <a:ext cx="13716000" cy="13716000"/>
            </a:xfrm>
            <a:custGeom>
              <a:rect b="b" l="l" r="r" t="t"/>
              <a:pathLst>
                <a:path extrusionOk="0" h="13716000" w="13716000">
                  <a:moveTo>
                    <a:pt x="0" y="0"/>
                  </a:moveTo>
                  <a:lnTo>
                    <a:pt x="13716000" y="0"/>
                  </a:lnTo>
                  <a:lnTo>
                    <a:pt x="13716000" y="13716000"/>
                  </a:lnTo>
                  <a:lnTo>
                    <a:pt x="0" y="13716000"/>
                  </a:lnTo>
                  <a:lnTo>
                    <a:pt x="0" y="0"/>
                  </a:lnTo>
                  <a:close/>
                </a:path>
              </a:pathLst>
            </a:custGeom>
            <a:blipFill rotWithShape="1">
              <a:blip r:embed="rId3">
                <a:alphaModFix/>
              </a:blip>
              <a:stretch>
                <a:fillRect b="0" l="0" r="0" t="0"/>
              </a:stretch>
            </a:blipFill>
            <a:ln>
              <a:noFill/>
            </a:ln>
          </p:spPr>
        </p:sp>
        <p:sp>
          <p:nvSpPr>
            <p:cNvPr id="136" name="Google Shape;136;p8"/>
            <p:cNvSpPr/>
            <p:nvPr/>
          </p:nvSpPr>
          <p:spPr>
            <a:xfrm>
              <a:off x="13627100" y="0"/>
              <a:ext cx="13716000" cy="13716000"/>
            </a:xfrm>
            <a:custGeom>
              <a:rect b="b" l="l" r="r" t="t"/>
              <a:pathLst>
                <a:path extrusionOk="0" h="13716000" w="13716000">
                  <a:moveTo>
                    <a:pt x="0" y="0"/>
                  </a:moveTo>
                  <a:lnTo>
                    <a:pt x="13716000" y="0"/>
                  </a:lnTo>
                  <a:lnTo>
                    <a:pt x="13716000" y="13716000"/>
                  </a:lnTo>
                  <a:lnTo>
                    <a:pt x="0" y="13716000"/>
                  </a:lnTo>
                  <a:lnTo>
                    <a:pt x="0" y="0"/>
                  </a:lnTo>
                  <a:close/>
                </a:path>
              </a:pathLst>
            </a:custGeom>
            <a:blipFill rotWithShape="1">
              <a:blip r:embed="rId3">
                <a:alphaModFix/>
              </a:blip>
              <a:stretch>
                <a:fillRect b="0" l="0" r="0" t="0"/>
              </a:stretch>
            </a:blipFill>
            <a:ln>
              <a:noFill/>
            </a:ln>
          </p:spPr>
        </p:sp>
      </p:grpSp>
      <p:grpSp>
        <p:nvGrpSpPr>
          <p:cNvPr id="137" name="Google Shape;137;p8"/>
          <p:cNvGrpSpPr/>
          <p:nvPr/>
        </p:nvGrpSpPr>
        <p:grpSpPr>
          <a:xfrm>
            <a:off x="5139544" y="414857"/>
            <a:ext cx="7751733" cy="1488012"/>
            <a:chOff x="0" y="-38100"/>
            <a:chExt cx="2041609" cy="391904"/>
          </a:xfrm>
        </p:grpSpPr>
        <p:sp>
          <p:nvSpPr>
            <p:cNvPr id="138" name="Google Shape;138;p8"/>
            <p:cNvSpPr/>
            <p:nvPr/>
          </p:nvSpPr>
          <p:spPr>
            <a:xfrm>
              <a:off x="0" y="0"/>
              <a:ext cx="2041609" cy="353804"/>
            </a:xfrm>
            <a:custGeom>
              <a:rect b="b" l="l" r="r" t="t"/>
              <a:pathLst>
                <a:path extrusionOk="0" h="353804" w="2041609">
                  <a:moveTo>
                    <a:pt x="0" y="0"/>
                  </a:moveTo>
                  <a:lnTo>
                    <a:pt x="2041609" y="0"/>
                  </a:lnTo>
                  <a:lnTo>
                    <a:pt x="2041609" y="353804"/>
                  </a:lnTo>
                  <a:lnTo>
                    <a:pt x="0" y="353804"/>
                  </a:lnTo>
                  <a:close/>
                </a:path>
              </a:pathLst>
            </a:custGeom>
            <a:solidFill>
              <a:srgbClr val="DDDEDE"/>
            </a:solidFill>
            <a:ln cap="sq" cmpd="sng" w="38100">
              <a:solidFill>
                <a:srgbClr val="F1F2F2"/>
              </a:solidFill>
              <a:prstDash val="solid"/>
              <a:miter lim="8000"/>
              <a:headEnd len="sm" w="sm" type="none"/>
              <a:tailEnd len="sm" w="sm" type="none"/>
            </a:ln>
          </p:spPr>
        </p:sp>
        <p:sp>
          <p:nvSpPr>
            <p:cNvPr id="139" name="Google Shape;139;p8"/>
            <p:cNvSpPr txBox="1"/>
            <p:nvPr/>
          </p:nvSpPr>
          <p:spPr>
            <a:xfrm>
              <a:off x="0" y="-38100"/>
              <a:ext cx="2041609" cy="39190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0" name="Google Shape;140;p8"/>
          <p:cNvSpPr/>
          <p:nvPr/>
        </p:nvSpPr>
        <p:spPr>
          <a:xfrm>
            <a:off x="-1109662" y="-911620"/>
            <a:ext cx="2942276" cy="2942276"/>
          </a:xfrm>
          <a:custGeom>
            <a:rect b="b" l="l" r="r" t="t"/>
            <a:pathLst>
              <a:path extrusionOk="0" h="2942276" w="2942276">
                <a:moveTo>
                  <a:pt x="0" y="0"/>
                </a:moveTo>
                <a:lnTo>
                  <a:pt x="2942276" y="0"/>
                </a:lnTo>
                <a:lnTo>
                  <a:pt x="2942276" y="2942276"/>
                </a:lnTo>
                <a:lnTo>
                  <a:pt x="0" y="2942276"/>
                </a:lnTo>
                <a:lnTo>
                  <a:pt x="0" y="0"/>
                </a:lnTo>
                <a:close/>
              </a:path>
            </a:pathLst>
          </a:custGeom>
          <a:blipFill rotWithShape="1">
            <a:blip r:embed="rId4">
              <a:alphaModFix/>
            </a:blip>
            <a:stretch>
              <a:fillRect b="0" l="0" r="0" t="0"/>
            </a:stretch>
          </a:blipFill>
          <a:ln>
            <a:noFill/>
          </a:ln>
        </p:spPr>
      </p:sp>
      <p:sp>
        <p:nvSpPr>
          <p:cNvPr id="141" name="Google Shape;141;p8"/>
          <p:cNvSpPr/>
          <p:nvPr/>
        </p:nvSpPr>
        <p:spPr>
          <a:xfrm flipH="1">
            <a:off x="15561698" y="480251"/>
            <a:ext cx="3395204" cy="1049427"/>
          </a:xfrm>
          <a:custGeom>
            <a:rect b="b" l="l" r="r" t="t"/>
            <a:pathLst>
              <a:path extrusionOk="0" h="1049427" w="3395204">
                <a:moveTo>
                  <a:pt x="3395204" y="0"/>
                </a:moveTo>
                <a:lnTo>
                  <a:pt x="0" y="0"/>
                </a:lnTo>
                <a:lnTo>
                  <a:pt x="0" y="1049427"/>
                </a:lnTo>
                <a:lnTo>
                  <a:pt x="3395204" y="1049427"/>
                </a:lnTo>
                <a:lnTo>
                  <a:pt x="3395204" y="0"/>
                </a:lnTo>
                <a:close/>
              </a:path>
            </a:pathLst>
          </a:custGeom>
          <a:blipFill rotWithShape="1">
            <a:blip r:embed="rId5">
              <a:alphaModFix/>
            </a:blip>
            <a:stretch>
              <a:fillRect b="0" l="0" r="0" t="0"/>
            </a:stretch>
          </a:blipFill>
          <a:ln>
            <a:noFill/>
          </a:ln>
        </p:spPr>
      </p:sp>
      <p:graphicFrame>
        <p:nvGraphicFramePr>
          <p:cNvPr id="142" name="Google Shape;142;p8"/>
          <p:cNvGraphicFramePr/>
          <p:nvPr/>
        </p:nvGraphicFramePr>
        <p:xfrm>
          <a:off x="1654989" y="2276385"/>
          <a:ext cx="3000000" cy="3000000"/>
        </p:xfrm>
        <a:graphic>
          <a:graphicData uri="http://schemas.openxmlformats.org/drawingml/2006/table">
            <a:tbl>
              <a:tblPr>
                <a:noFill/>
                <a:tableStyleId>{0868FE13-BAC4-4048-AD5E-5C70845600BE}</a:tableStyleId>
              </a:tblPr>
              <a:tblGrid>
                <a:gridCol w="4520200"/>
                <a:gridCol w="3647550"/>
                <a:gridCol w="2671625"/>
                <a:gridCol w="4138625"/>
              </a:tblGrid>
              <a:tr h="1418425">
                <a:tc>
                  <a:txBody>
                    <a:bodyPr/>
                    <a:lstStyle/>
                    <a:p>
                      <a:pPr indent="0" lvl="0" marL="0" marR="0" rtl="0" algn="ctr">
                        <a:lnSpc>
                          <a:spcPct val="140010"/>
                        </a:lnSpc>
                        <a:spcBef>
                          <a:spcPts val="0"/>
                        </a:spcBef>
                        <a:spcAft>
                          <a:spcPts val="0"/>
                        </a:spcAft>
                        <a:buNone/>
                      </a:pPr>
                      <a:r>
                        <a:rPr b="1" lang="en-US" sz="3999" u="none" cap="none" strike="noStrike">
                          <a:solidFill>
                            <a:srgbClr val="000000"/>
                          </a:solidFill>
                          <a:latin typeface="Poppins"/>
                          <a:ea typeface="Poppins"/>
                          <a:cs typeface="Poppins"/>
                          <a:sym typeface="Poppins"/>
                        </a:rPr>
                        <a:t>Project Title</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ctr">
                        <a:lnSpc>
                          <a:spcPct val="140010"/>
                        </a:lnSpc>
                        <a:spcBef>
                          <a:spcPts val="0"/>
                        </a:spcBef>
                        <a:spcAft>
                          <a:spcPts val="0"/>
                        </a:spcAft>
                        <a:buNone/>
                      </a:pPr>
                      <a:r>
                        <a:rPr b="1" lang="en-US" sz="3999" u="none" cap="none" strike="noStrike">
                          <a:solidFill>
                            <a:srgbClr val="000000"/>
                          </a:solidFill>
                          <a:latin typeface="Poppins"/>
                          <a:ea typeface="Poppins"/>
                          <a:cs typeface="Poppins"/>
                          <a:sym typeface="Poppins"/>
                        </a:rPr>
                        <a:t>Author</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ctr">
                        <a:lnSpc>
                          <a:spcPct val="140010"/>
                        </a:lnSpc>
                        <a:spcBef>
                          <a:spcPts val="0"/>
                        </a:spcBef>
                        <a:spcAft>
                          <a:spcPts val="0"/>
                        </a:spcAft>
                        <a:buNone/>
                      </a:pPr>
                      <a:r>
                        <a:rPr b="1" lang="en-US" sz="3999" u="none" cap="none" strike="noStrike">
                          <a:solidFill>
                            <a:srgbClr val="000000"/>
                          </a:solidFill>
                          <a:latin typeface="Poppins"/>
                          <a:ea typeface="Poppins"/>
                          <a:cs typeface="Poppins"/>
                          <a:sym typeface="Poppins"/>
                        </a:rPr>
                        <a:t>year</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ctr">
                        <a:lnSpc>
                          <a:spcPct val="140010"/>
                        </a:lnSpc>
                        <a:spcBef>
                          <a:spcPts val="0"/>
                        </a:spcBef>
                        <a:spcAft>
                          <a:spcPts val="0"/>
                        </a:spcAft>
                        <a:buNone/>
                      </a:pPr>
                      <a:r>
                        <a:rPr b="1" lang="en-US" sz="3999" u="none" cap="none" strike="noStrike">
                          <a:solidFill>
                            <a:srgbClr val="000000"/>
                          </a:solidFill>
                          <a:latin typeface="Poppins"/>
                          <a:ea typeface="Poppins"/>
                          <a:cs typeface="Poppins"/>
                          <a:sym typeface="Poppins"/>
                        </a:rPr>
                        <a:t>Techniques</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r h="1629275">
                <a:tc>
                  <a:txBody>
                    <a:bodyPr/>
                    <a:lstStyle/>
                    <a:p>
                      <a:pPr indent="0" lvl="0" marL="0" marR="0" rtl="0" algn="ctr">
                        <a:lnSpc>
                          <a:spcPct val="140020"/>
                        </a:lnSpc>
                        <a:spcBef>
                          <a:spcPts val="0"/>
                        </a:spcBef>
                        <a:spcAft>
                          <a:spcPts val="0"/>
                        </a:spcAft>
                        <a:buNone/>
                      </a:pPr>
                      <a:r>
                        <a:rPr lang="en-US" sz="1999" u="none" cap="none" strike="noStrike">
                          <a:solidFill>
                            <a:srgbClr val="000000"/>
                          </a:solidFill>
                          <a:latin typeface="Poppins"/>
                          <a:ea typeface="Poppins"/>
                          <a:cs typeface="Poppins"/>
                          <a:sym typeface="Poppins"/>
                        </a:rPr>
                        <a:t>Phishing Website Detection using Machine Learning Algorithms</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ctr">
                        <a:lnSpc>
                          <a:spcPct val="140020"/>
                        </a:lnSpc>
                        <a:spcBef>
                          <a:spcPts val="0"/>
                        </a:spcBef>
                        <a:spcAft>
                          <a:spcPts val="0"/>
                        </a:spcAft>
                        <a:buNone/>
                      </a:pPr>
                      <a:r>
                        <a:rPr lang="en-US" sz="1999" u="none" cap="none" strike="noStrike">
                          <a:solidFill>
                            <a:srgbClr val="000000"/>
                          </a:solidFill>
                          <a:latin typeface="Poppins"/>
                          <a:ea typeface="Poppins"/>
                          <a:cs typeface="Poppins"/>
                          <a:sym typeface="Poppins"/>
                        </a:rPr>
                        <a:t>Rishikesh Mahajan,</a:t>
                      </a:r>
                      <a:endParaRPr sz="1100" u="none" cap="none" strike="noStrike"/>
                    </a:p>
                    <a:p>
                      <a:pPr indent="0" lvl="0" marL="0" marR="0" rtl="0" algn="ctr">
                        <a:lnSpc>
                          <a:spcPct val="140020"/>
                        </a:lnSpc>
                        <a:spcBef>
                          <a:spcPts val="0"/>
                        </a:spcBef>
                        <a:spcAft>
                          <a:spcPts val="0"/>
                        </a:spcAft>
                        <a:buNone/>
                      </a:pPr>
                      <a:r>
                        <a:rPr lang="en-US" sz="1999" u="none" cap="none" strike="noStrike">
                          <a:solidFill>
                            <a:srgbClr val="000000"/>
                          </a:solidFill>
                          <a:latin typeface="Poppins"/>
                          <a:ea typeface="Poppins"/>
                          <a:cs typeface="Poppins"/>
                          <a:sym typeface="Poppins"/>
                        </a:rPr>
                        <a:t> Irfan Siddavatam</a:t>
                      </a:r>
                      <a:endParaRPr/>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ctr">
                        <a:lnSpc>
                          <a:spcPct val="140020"/>
                        </a:lnSpc>
                        <a:spcBef>
                          <a:spcPts val="0"/>
                        </a:spcBef>
                        <a:spcAft>
                          <a:spcPts val="0"/>
                        </a:spcAft>
                        <a:buNone/>
                      </a:pPr>
                      <a:r>
                        <a:rPr lang="en-US" sz="1999" u="none" cap="none" strike="noStrike">
                          <a:solidFill>
                            <a:srgbClr val="000000"/>
                          </a:solidFill>
                          <a:latin typeface="Poppins"/>
                          <a:ea typeface="Poppins"/>
                          <a:cs typeface="Poppins"/>
                          <a:sym typeface="Poppins"/>
                        </a:rPr>
                        <a:t>2018</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ctr">
                        <a:lnSpc>
                          <a:spcPct val="140021"/>
                        </a:lnSpc>
                        <a:spcBef>
                          <a:spcPts val="0"/>
                        </a:spcBef>
                        <a:spcAft>
                          <a:spcPts val="0"/>
                        </a:spcAft>
                        <a:buNone/>
                      </a:pPr>
                      <a:r>
                        <a:rPr lang="en-US" sz="1899" u="none" cap="none" strike="noStrike">
                          <a:solidFill>
                            <a:srgbClr val="000000"/>
                          </a:solidFill>
                          <a:latin typeface="Poppins"/>
                          <a:ea typeface="Poppins"/>
                          <a:cs typeface="Poppins"/>
                          <a:sym typeface="Poppins"/>
                        </a:rPr>
                        <a:t>Decision Tree, Random Forest, Support Vector Machine</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r h="1571775">
                <a:tc>
                  <a:txBody>
                    <a:bodyPr/>
                    <a:lstStyle/>
                    <a:p>
                      <a:pPr indent="0" lvl="0" marL="0" marR="0" rtl="0" algn="ctr">
                        <a:lnSpc>
                          <a:spcPct val="140021"/>
                        </a:lnSpc>
                        <a:spcBef>
                          <a:spcPts val="0"/>
                        </a:spcBef>
                        <a:spcAft>
                          <a:spcPts val="0"/>
                        </a:spcAft>
                        <a:buNone/>
                      </a:pPr>
                      <a:r>
                        <a:rPr lang="en-US" sz="1899" u="none" cap="none" strike="noStrike">
                          <a:solidFill>
                            <a:srgbClr val="000000"/>
                          </a:solidFill>
                          <a:latin typeface="Poppins"/>
                          <a:ea typeface="Poppins"/>
                          <a:cs typeface="Poppins"/>
                          <a:sym typeface="Poppins"/>
                        </a:rPr>
                        <a:t>Phishing Detection by Using Classification Machine Learning Techniques</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ctr">
                        <a:lnSpc>
                          <a:spcPct val="140021"/>
                        </a:lnSpc>
                        <a:spcBef>
                          <a:spcPts val="0"/>
                        </a:spcBef>
                        <a:spcAft>
                          <a:spcPts val="0"/>
                        </a:spcAft>
                        <a:buNone/>
                      </a:pPr>
                      <a:r>
                        <a:rPr lang="en-US" sz="1899" u="none" cap="none" strike="noStrike">
                          <a:solidFill>
                            <a:srgbClr val="000000"/>
                          </a:solidFill>
                          <a:latin typeface="Poppins"/>
                          <a:ea typeface="Poppins"/>
                          <a:cs typeface="Poppins"/>
                          <a:sym typeface="Poppins"/>
                        </a:rPr>
                        <a:t>Vahid Shahrivari, Mohammad Mahdi Darabi, Mohammad Izadi</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ctr">
                        <a:lnSpc>
                          <a:spcPct val="140021"/>
                        </a:lnSpc>
                        <a:spcBef>
                          <a:spcPts val="0"/>
                        </a:spcBef>
                        <a:spcAft>
                          <a:spcPts val="0"/>
                        </a:spcAft>
                        <a:buNone/>
                      </a:pPr>
                      <a:r>
                        <a:rPr lang="en-US" sz="1899" u="none" cap="none" strike="noStrike">
                          <a:solidFill>
                            <a:srgbClr val="000000"/>
                          </a:solidFill>
                          <a:latin typeface="Poppins"/>
                          <a:ea typeface="Poppins"/>
                          <a:cs typeface="Poppins"/>
                          <a:sym typeface="Poppins"/>
                        </a:rPr>
                        <a:t>2021</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ctr">
                        <a:lnSpc>
                          <a:spcPct val="140021"/>
                        </a:lnSpc>
                        <a:spcBef>
                          <a:spcPts val="0"/>
                        </a:spcBef>
                        <a:spcAft>
                          <a:spcPts val="0"/>
                        </a:spcAft>
                        <a:buNone/>
                      </a:pPr>
                      <a:r>
                        <a:rPr lang="en-US" sz="1899" u="none" cap="none" strike="noStrike">
                          <a:solidFill>
                            <a:srgbClr val="000000"/>
                          </a:solidFill>
                          <a:latin typeface="Poppins"/>
                          <a:ea typeface="Poppins"/>
                          <a:cs typeface="Poppins"/>
                          <a:sym typeface="Poppins"/>
                        </a:rPr>
                        <a:t>Logisitc Regression, K Nearest </a:t>
                      </a:r>
                      <a:r>
                        <a:rPr lang="en-US" sz="1899">
                          <a:latin typeface="Poppins"/>
                          <a:ea typeface="Poppins"/>
                          <a:cs typeface="Poppins"/>
                          <a:sym typeface="Poppins"/>
                        </a:rPr>
                        <a:t>Neighbours</a:t>
                      </a:r>
                      <a:r>
                        <a:rPr lang="en-US" sz="1899" u="none" cap="none" strike="noStrike">
                          <a:solidFill>
                            <a:srgbClr val="000000"/>
                          </a:solidFill>
                          <a:latin typeface="Poppins"/>
                          <a:ea typeface="Poppins"/>
                          <a:cs typeface="Poppins"/>
                          <a:sym typeface="Poppins"/>
                        </a:rPr>
                        <a:t>, Sup</a:t>
                      </a:r>
                      <a:r>
                        <a:rPr lang="en-US" sz="1899">
                          <a:latin typeface="Poppins"/>
                          <a:ea typeface="Poppins"/>
                          <a:cs typeface="Poppins"/>
                          <a:sym typeface="Poppins"/>
                        </a:rPr>
                        <a:t>p</a:t>
                      </a:r>
                      <a:r>
                        <a:rPr lang="en-US" sz="1899" u="none" cap="none" strike="noStrike">
                          <a:solidFill>
                            <a:srgbClr val="000000"/>
                          </a:solidFill>
                          <a:latin typeface="Poppins"/>
                          <a:ea typeface="Poppins"/>
                          <a:cs typeface="Poppins"/>
                          <a:sym typeface="Poppins"/>
                        </a:rPr>
                        <a:t>ort Vector</a:t>
                      </a:r>
                      <a:r>
                        <a:rPr lang="en-US" sz="1899">
                          <a:latin typeface="Poppins"/>
                          <a:ea typeface="Poppins"/>
                          <a:cs typeface="Poppins"/>
                          <a:sym typeface="Poppins"/>
                        </a:rPr>
                        <a:t> </a:t>
                      </a:r>
                      <a:r>
                        <a:rPr lang="en-US" sz="1899" u="none" cap="none" strike="noStrike">
                          <a:solidFill>
                            <a:srgbClr val="000000"/>
                          </a:solidFill>
                          <a:latin typeface="Poppins"/>
                          <a:ea typeface="Poppins"/>
                          <a:cs typeface="Poppins"/>
                          <a:sym typeface="Poppins"/>
                        </a:rPr>
                        <a:t>Machine</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r h="1571775">
                <a:tc>
                  <a:txBody>
                    <a:bodyPr/>
                    <a:lstStyle/>
                    <a:p>
                      <a:pPr indent="0" lvl="0" marL="0" marR="0" rtl="0" algn="ctr">
                        <a:lnSpc>
                          <a:spcPct val="140021"/>
                        </a:lnSpc>
                        <a:spcBef>
                          <a:spcPts val="0"/>
                        </a:spcBef>
                        <a:spcAft>
                          <a:spcPts val="0"/>
                        </a:spcAft>
                        <a:buNone/>
                      </a:pPr>
                      <a:r>
                        <a:rPr lang="en-US" sz="1899" u="none" cap="none" strike="noStrike">
                          <a:solidFill>
                            <a:srgbClr val="000000"/>
                          </a:solidFill>
                          <a:latin typeface="Poppins"/>
                          <a:ea typeface="Poppins"/>
                          <a:cs typeface="Poppins"/>
                          <a:sym typeface="Poppins"/>
                        </a:rPr>
                        <a:t>Sufficiency of Ensemble Machine Learning Methods for Phishing Websites Detection </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ctr">
                        <a:lnSpc>
                          <a:spcPct val="140021"/>
                        </a:lnSpc>
                        <a:spcBef>
                          <a:spcPts val="0"/>
                        </a:spcBef>
                        <a:spcAft>
                          <a:spcPts val="0"/>
                        </a:spcAft>
                        <a:buNone/>
                      </a:pPr>
                      <a:r>
                        <a:rPr lang="en-US" sz="1899" u="none" cap="none" strike="noStrike">
                          <a:solidFill>
                            <a:srgbClr val="000000"/>
                          </a:solidFill>
                          <a:latin typeface="Poppins"/>
                          <a:ea typeface="Poppins"/>
                          <a:cs typeface="Poppins"/>
                          <a:sym typeface="Poppins"/>
                        </a:rPr>
                        <a:t>YI WE, YUJI SEKIYA</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ctr">
                        <a:lnSpc>
                          <a:spcPct val="140021"/>
                        </a:lnSpc>
                        <a:spcBef>
                          <a:spcPts val="0"/>
                        </a:spcBef>
                        <a:spcAft>
                          <a:spcPts val="0"/>
                        </a:spcAft>
                        <a:buNone/>
                      </a:pPr>
                      <a:r>
                        <a:rPr lang="en-US" sz="1899" u="none" cap="none" strike="noStrike">
                          <a:solidFill>
                            <a:srgbClr val="000000"/>
                          </a:solidFill>
                          <a:latin typeface="Poppins"/>
                          <a:ea typeface="Poppins"/>
                          <a:cs typeface="Poppins"/>
                          <a:sym typeface="Poppins"/>
                        </a:rPr>
                        <a:t>2022</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ctr">
                        <a:lnSpc>
                          <a:spcPct val="140021"/>
                        </a:lnSpc>
                        <a:spcBef>
                          <a:spcPts val="0"/>
                        </a:spcBef>
                        <a:spcAft>
                          <a:spcPts val="0"/>
                        </a:spcAft>
                        <a:buNone/>
                      </a:pPr>
                      <a:r>
                        <a:rPr lang="en-US" sz="1899" u="none" cap="none" strike="noStrike">
                          <a:solidFill>
                            <a:srgbClr val="000000"/>
                          </a:solidFill>
                          <a:latin typeface="Poppins"/>
                          <a:ea typeface="Poppins"/>
                          <a:cs typeface="Poppins"/>
                          <a:sym typeface="Poppins"/>
                        </a:rPr>
                        <a:t>K Means, SVM, Random Forest</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bl>
          </a:graphicData>
        </a:graphic>
      </p:graphicFrame>
      <p:sp>
        <p:nvSpPr>
          <p:cNvPr id="143" name="Google Shape;143;p8"/>
          <p:cNvSpPr txBox="1"/>
          <p:nvPr/>
        </p:nvSpPr>
        <p:spPr>
          <a:xfrm>
            <a:off x="4533237" y="747007"/>
            <a:ext cx="9221526" cy="863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5000" u="none" cap="none" strike="noStrike">
                <a:solidFill>
                  <a:srgbClr val="000000"/>
                </a:solidFill>
                <a:latin typeface="Fredoka"/>
                <a:ea typeface="Fredoka"/>
                <a:cs typeface="Fredoka"/>
                <a:sym typeface="Fredoka"/>
              </a:rPr>
              <a:t>LITERATURE SURVEY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7"/>
          <p:cNvSpPr/>
          <p:nvPr/>
        </p:nvSpPr>
        <p:spPr>
          <a:xfrm>
            <a:off x="9110662" y="0"/>
            <a:ext cx="10287000" cy="10287000"/>
          </a:xfrm>
          <a:custGeom>
            <a:rect b="b" l="l" r="r" t="t"/>
            <a:pathLst>
              <a:path extrusionOk="0" h="10287000" w="10287000">
                <a:moveTo>
                  <a:pt x="0" y="0"/>
                </a:moveTo>
                <a:lnTo>
                  <a:pt x="10287000" y="0"/>
                </a:lnTo>
                <a:lnTo>
                  <a:pt x="10287000" y="10287000"/>
                </a:lnTo>
                <a:lnTo>
                  <a:pt x="0" y="10287000"/>
                </a:lnTo>
                <a:lnTo>
                  <a:pt x="0" y="0"/>
                </a:lnTo>
                <a:close/>
              </a:path>
            </a:pathLst>
          </a:custGeom>
          <a:blipFill rotWithShape="1">
            <a:blip r:embed="rId3">
              <a:alphaModFix/>
            </a:blip>
            <a:stretch>
              <a:fillRect b="0" l="0" r="0" t="0"/>
            </a:stretch>
          </a:blipFill>
          <a:ln>
            <a:noFill/>
          </a:ln>
        </p:spPr>
      </p:sp>
      <p:sp>
        <p:nvSpPr>
          <p:cNvPr id="149" name="Google Shape;149;p7"/>
          <p:cNvSpPr/>
          <p:nvPr/>
        </p:nvSpPr>
        <p:spPr>
          <a:xfrm flipH="1" rot="-1536545">
            <a:off x="16487867" y="-61854"/>
            <a:ext cx="2537840" cy="2297899"/>
          </a:xfrm>
          <a:custGeom>
            <a:rect b="b" l="l" r="r" t="t"/>
            <a:pathLst>
              <a:path extrusionOk="0" h="2297899" w="2537840">
                <a:moveTo>
                  <a:pt x="2537840" y="0"/>
                </a:moveTo>
                <a:lnTo>
                  <a:pt x="0" y="0"/>
                </a:lnTo>
                <a:lnTo>
                  <a:pt x="0" y="2297898"/>
                </a:lnTo>
                <a:lnTo>
                  <a:pt x="2537840" y="2297898"/>
                </a:lnTo>
                <a:lnTo>
                  <a:pt x="2537840" y="0"/>
                </a:lnTo>
                <a:close/>
              </a:path>
            </a:pathLst>
          </a:custGeom>
          <a:blipFill rotWithShape="1">
            <a:blip r:embed="rId4">
              <a:alphaModFix/>
            </a:blip>
            <a:stretch>
              <a:fillRect b="0" l="0" r="0" t="0"/>
            </a:stretch>
          </a:blipFill>
          <a:ln>
            <a:noFill/>
          </a:ln>
        </p:spPr>
      </p:sp>
      <p:grpSp>
        <p:nvGrpSpPr>
          <p:cNvPr id="150" name="Google Shape;150;p7"/>
          <p:cNvGrpSpPr/>
          <p:nvPr/>
        </p:nvGrpSpPr>
        <p:grpSpPr>
          <a:xfrm>
            <a:off x="1028700" y="1199577"/>
            <a:ext cx="16230600" cy="8263266"/>
            <a:chOff x="0" y="-57150"/>
            <a:chExt cx="4274726" cy="2176334"/>
          </a:xfrm>
        </p:grpSpPr>
        <p:sp>
          <p:nvSpPr>
            <p:cNvPr id="151" name="Google Shape;151;p7"/>
            <p:cNvSpPr/>
            <p:nvPr/>
          </p:nvSpPr>
          <p:spPr>
            <a:xfrm>
              <a:off x="0" y="0"/>
              <a:ext cx="4274726" cy="2119184"/>
            </a:xfrm>
            <a:custGeom>
              <a:rect b="b" l="l" r="r" t="t"/>
              <a:pathLst>
                <a:path extrusionOk="0" h="2119184" w="4274726">
                  <a:moveTo>
                    <a:pt x="0" y="0"/>
                  </a:moveTo>
                  <a:lnTo>
                    <a:pt x="4274726" y="0"/>
                  </a:lnTo>
                  <a:lnTo>
                    <a:pt x="4274726" y="2119184"/>
                  </a:lnTo>
                  <a:lnTo>
                    <a:pt x="0" y="2119184"/>
                  </a:lnTo>
                  <a:close/>
                </a:path>
              </a:pathLst>
            </a:custGeom>
            <a:solidFill>
              <a:srgbClr val="F1F2F2"/>
            </a:solidFill>
            <a:ln>
              <a:noFill/>
            </a:ln>
          </p:spPr>
        </p:sp>
        <p:sp>
          <p:nvSpPr>
            <p:cNvPr id="152" name="Google Shape;152;p7"/>
            <p:cNvSpPr txBox="1"/>
            <p:nvPr/>
          </p:nvSpPr>
          <p:spPr>
            <a:xfrm>
              <a:off x="0" y="-57150"/>
              <a:ext cx="4274726" cy="217633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3" name="Google Shape;153;p7"/>
          <p:cNvGrpSpPr/>
          <p:nvPr/>
        </p:nvGrpSpPr>
        <p:grpSpPr>
          <a:xfrm>
            <a:off x="6012662" y="702302"/>
            <a:ext cx="5594256" cy="1266961"/>
            <a:chOff x="0" y="-38100"/>
            <a:chExt cx="1292364" cy="333683"/>
          </a:xfrm>
        </p:grpSpPr>
        <p:sp>
          <p:nvSpPr>
            <p:cNvPr id="154" name="Google Shape;154;p7"/>
            <p:cNvSpPr/>
            <p:nvPr/>
          </p:nvSpPr>
          <p:spPr>
            <a:xfrm>
              <a:off x="0" y="0"/>
              <a:ext cx="1292364" cy="295583"/>
            </a:xfrm>
            <a:custGeom>
              <a:rect b="b" l="l" r="r" t="t"/>
              <a:pathLst>
                <a:path extrusionOk="0" h="295583" w="1292364">
                  <a:moveTo>
                    <a:pt x="0" y="0"/>
                  </a:moveTo>
                  <a:lnTo>
                    <a:pt x="1292364" y="0"/>
                  </a:lnTo>
                  <a:lnTo>
                    <a:pt x="1292364" y="295583"/>
                  </a:lnTo>
                  <a:lnTo>
                    <a:pt x="0" y="295583"/>
                  </a:lnTo>
                  <a:close/>
                </a:path>
              </a:pathLst>
            </a:custGeom>
            <a:solidFill>
              <a:srgbClr val="DDDEDE"/>
            </a:solidFill>
            <a:ln cap="sq" cmpd="sng" w="38100">
              <a:solidFill>
                <a:srgbClr val="F1F2F2"/>
              </a:solidFill>
              <a:prstDash val="solid"/>
              <a:miter lim="8000"/>
              <a:headEnd len="sm" w="sm" type="none"/>
              <a:tailEnd len="sm" w="sm" type="none"/>
            </a:ln>
          </p:spPr>
        </p:sp>
        <p:sp>
          <p:nvSpPr>
            <p:cNvPr id="155" name="Google Shape;155;p7"/>
            <p:cNvSpPr txBox="1"/>
            <p:nvPr/>
          </p:nvSpPr>
          <p:spPr>
            <a:xfrm>
              <a:off x="0" y="-38100"/>
              <a:ext cx="1292364" cy="33368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56" name="Google Shape;156;p7"/>
          <p:cNvSpPr txBox="1"/>
          <p:nvPr/>
        </p:nvSpPr>
        <p:spPr>
          <a:xfrm>
            <a:off x="5611242" y="923925"/>
            <a:ext cx="6345600" cy="769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5000">
                <a:latin typeface="Fredoka"/>
                <a:ea typeface="Fredoka"/>
                <a:cs typeface="Fredoka"/>
                <a:sym typeface="Fredoka"/>
              </a:rPr>
              <a:t>EXISTING SYSTEM</a:t>
            </a:r>
            <a:endParaRPr/>
          </a:p>
        </p:txBody>
      </p:sp>
      <p:sp>
        <p:nvSpPr>
          <p:cNvPr id="157" name="Google Shape;157;p7"/>
          <p:cNvSpPr/>
          <p:nvPr/>
        </p:nvSpPr>
        <p:spPr>
          <a:xfrm flipH="1" rot="9999176">
            <a:off x="-1316676" y="1716564"/>
            <a:ext cx="2537840" cy="2297899"/>
          </a:xfrm>
          <a:custGeom>
            <a:rect b="b" l="l" r="r" t="t"/>
            <a:pathLst>
              <a:path extrusionOk="0" h="2297899" w="2537840">
                <a:moveTo>
                  <a:pt x="2537840" y="0"/>
                </a:moveTo>
                <a:lnTo>
                  <a:pt x="0" y="0"/>
                </a:lnTo>
                <a:lnTo>
                  <a:pt x="0" y="2297898"/>
                </a:lnTo>
                <a:lnTo>
                  <a:pt x="2537840" y="2297898"/>
                </a:lnTo>
                <a:lnTo>
                  <a:pt x="2537840" y="0"/>
                </a:lnTo>
                <a:close/>
              </a:path>
            </a:pathLst>
          </a:custGeom>
          <a:blipFill rotWithShape="1">
            <a:blip r:embed="rId4">
              <a:alphaModFix/>
            </a:blip>
            <a:stretch>
              <a:fillRect b="0" l="0" r="0" t="0"/>
            </a:stretch>
          </a:blipFill>
          <a:ln>
            <a:noFill/>
          </a:ln>
        </p:spPr>
      </p:sp>
      <p:sp>
        <p:nvSpPr>
          <p:cNvPr id="158" name="Google Shape;158;p7"/>
          <p:cNvSpPr txBox="1"/>
          <p:nvPr/>
        </p:nvSpPr>
        <p:spPr>
          <a:xfrm>
            <a:off x="1343425" y="2137075"/>
            <a:ext cx="15915600" cy="856170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t/>
            </a:r>
            <a:endParaRPr sz="2158">
              <a:solidFill>
                <a:schemeClr val="dk1"/>
              </a:solidFill>
              <a:latin typeface="Poppins"/>
              <a:ea typeface="Poppins"/>
              <a:cs typeface="Poppins"/>
              <a:sym typeface="Poppins"/>
            </a:endParaRPr>
          </a:p>
          <a:p>
            <a:pPr indent="-397383" lvl="0" marL="457200" marR="0" rtl="0" algn="l">
              <a:lnSpc>
                <a:spcPct val="140011"/>
              </a:lnSpc>
              <a:spcBef>
                <a:spcPts val="0"/>
              </a:spcBef>
              <a:spcAft>
                <a:spcPts val="0"/>
              </a:spcAft>
              <a:buClr>
                <a:schemeClr val="dk1"/>
              </a:buClr>
              <a:buSzPts val="2658"/>
              <a:buFont typeface="Poppins"/>
              <a:buChar char="●"/>
            </a:pPr>
            <a:r>
              <a:rPr lang="en-US" sz="2658">
                <a:solidFill>
                  <a:schemeClr val="dk1"/>
                </a:solidFill>
                <a:latin typeface="Poppins"/>
                <a:ea typeface="Poppins"/>
                <a:cs typeface="Poppins"/>
                <a:sym typeface="Poppins"/>
              </a:rPr>
              <a:t>Depend heavily on Random Forest and Decision Tree algorithms, need accuracy enhancement.</a:t>
            </a:r>
            <a:endParaRPr sz="2658">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b="1" lang="en-US" sz="2600">
                <a:solidFill>
                  <a:schemeClr val="dk1"/>
                </a:solidFill>
                <a:latin typeface="Poppins"/>
                <a:ea typeface="Poppins"/>
                <a:cs typeface="Poppins"/>
                <a:sym typeface="Poppins"/>
              </a:rPr>
              <a:t>Decision Trees:</a:t>
            </a:r>
            <a:endParaRPr b="1" sz="2600">
              <a:solidFill>
                <a:schemeClr val="dk1"/>
              </a:solidFill>
              <a:latin typeface="Poppins"/>
              <a:ea typeface="Poppins"/>
              <a:cs typeface="Poppins"/>
              <a:sym typeface="Poppins"/>
            </a:endParaRPr>
          </a:p>
          <a:p>
            <a:pPr indent="-393700" lvl="0" marL="457200" rtl="0" algn="l">
              <a:lnSpc>
                <a:spcPct val="115000"/>
              </a:lnSpc>
              <a:spcBef>
                <a:spcPts val="1200"/>
              </a:spcBef>
              <a:spcAft>
                <a:spcPts val="0"/>
              </a:spcAft>
              <a:buClr>
                <a:schemeClr val="dk1"/>
              </a:buClr>
              <a:buSzPts val="2600"/>
              <a:buChar char="●"/>
            </a:pPr>
            <a:r>
              <a:rPr b="1" lang="en-US" sz="2600">
                <a:solidFill>
                  <a:schemeClr val="dk1"/>
                </a:solidFill>
                <a:latin typeface="Poppins"/>
                <a:ea typeface="Poppins"/>
                <a:cs typeface="Poppins"/>
                <a:sym typeface="Poppins"/>
              </a:rPr>
              <a:t>Sensitive to Data Changes:</a:t>
            </a:r>
            <a:r>
              <a:rPr lang="en-US" sz="2600">
                <a:solidFill>
                  <a:schemeClr val="dk1"/>
                </a:solidFill>
                <a:latin typeface="Poppins"/>
                <a:ea typeface="Poppins"/>
                <a:cs typeface="Poppins"/>
                <a:sym typeface="Poppins"/>
              </a:rPr>
              <a:t> Small changes in training data can significantly alter tree structure and predictions, affecting robustness.</a:t>
            </a:r>
            <a:endParaRPr sz="26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b="1" lang="en-US" sz="2600">
                <a:solidFill>
                  <a:schemeClr val="dk1"/>
                </a:solidFill>
                <a:latin typeface="Poppins"/>
                <a:ea typeface="Poppins"/>
                <a:cs typeface="Poppins"/>
                <a:sym typeface="Poppins"/>
              </a:rPr>
              <a:t>Random Forest:</a:t>
            </a:r>
            <a:endParaRPr b="1" sz="2600">
              <a:solidFill>
                <a:schemeClr val="dk1"/>
              </a:solidFill>
              <a:latin typeface="Poppins"/>
              <a:ea typeface="Poppins"/>
              <a:cs typeface="Poppins"/>
              <a:sym typeface="Poppins"/>
            </a:endParaRPr>
          </a:p>
          <a:p>
            <a:pPr indent="-393700" lvl="0" marL="457200" rtl="0" algn="l">
              <a:lnSpc>
                <a:spcPct val="115000"/>
              </a:lnSpc>
              <a:spcBef>
                <a:spcPts val="1200"/>
              </a:spcBef>
              <a:spcAft>
                <a:spcPts val="0"/>
              </a:spcAft>
              <a:buClr>
                <a:schemeClr val="dk1"/>
              </a:buClr>
              <a:buSzPts val="2600"/>
              <a:buChar char="●"/>
            </a:pPr>
            <a:r>
              <a:rPr b="1" lang="en-US" sz="2600">
                <a:solidFill>
                  <a:schemeClr val="dk1"/>
                </a:solidFill>
                <a:latin typeface="Poppins"/>
                <a:ea typeface="Poppins"/>
                <a:cs typeface="Poppins"/>
                <a:sym typeface="Poppins"/>
              </a:rPr>
              <a:t>Imbalanced Data Handling:</a:t>
            </a:r>
            <a:r>
              <a:rPr lang="en-US" sz="2600">
                <a:solidFill>
                  <a:schemeClr val="dk1"/>
                </a:solidFill>
                <a:latin typeface="Poppins"/>
                <a:ea typeface="Poppins"/>
                <a:cs typeface="Poppins"/>
                <a:sym typeface="Poppins"/>
              </a:rPr>
              <a:t> May favor majority classes in imbalanced datasets, leading to biased predictions.</a:t>
            </a:r>
            <a:endParaRPr sz="2600">
              <a:solidFill>
                <a:schemeClr val="dk1"/>
              </a:solidFill>
              <a:latin typeface="Poppins"/>
              <a:ea typeface="Poppins"/>
              <a:cs typeface="Poppins"/>
              <a:sym typeface="Poppins"/>
            </a:endParaRPr>
          </a:p>
          <a:p>
            <a:pPr indent="-393700" lvl="0" marL="457200" rtl="0" algn="l">
              <a:lnSpc>
                <a:spcPct val="115000"/>
              </a:lnSpc>
              <a:spcBef>
                <a:spcPts val="0"/>
              </a:spcBef>
              <a:spcAft>
                <a:spcPts val="0"/>
              </a:spcAft>
              <a:buClr>
                <a:schemeClr val="dk1"/>
              </a:buClr>
              <a:buSzPts val="2600"/>
              <a:buChar char="●"/>
            </a:pPr>
            <a:r>
              <a:rPr b="1" lang="en-US" sz="2600">
                <a:solidFill>
                  <a:schemeClr val="dk1"/>
                </a:solidFill>
                <a:latin typeface="Poppins"/>
                <a:ea typeface="Poppins"/>
                <a:cs typeface="Poppins"/>
                <a:sym typeface="Poppins"/>
              </a:rPr>
              <a:t>Overfitting Risk:</a:t>
            </a:r>
            <a:r>
              <a:rPr lang="en-US" sz="2600">
                <a:solidFill>
                  <a:schemeClr val="dk1"/>
                </a:solidFill>
                <a:latin typeface="Poppins"/>
                <a:ea typeface="Poppins"/>
                <a:cs typeface="Poppins"/>
                <a:sym typeface="Poppins"/>
              </a:rPr>
              <a:t> Can still overfit on noisy or sparse data, affecting generalization despite ensemble learning.</a:t>
            </a:r>
            <a:endParaRPr sz="26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lang="en-US" sz="3300">
                <a:solidFill>
                  <a:schemeClr val="dk1"/>
                </a:solidFill>
                <a:latin typeface="Poppins ExtraBold"/>
                <a:ea typeface="Poppins ExtraBold"/>
                <a:cs typeface="Poppins ExtraBold"/>
                <a:sym typeface="Poppins ExtraBold"/>
              </a:rPr>
              <a:t>DISADVANTAGES :</a:t>
            </a:r>
            <a:endParaRPr sz="3300">
              <a:solidFill>
                <a:schemeClr val="dk1"/>
              </a:solidFill>
              <a:latin typeface="Poppins ExtraBold"/>
              <a:ea typeface="Poppins ExtraBold"/>
              <a:cs typeface="Poppins ExtraBold"/>
              <a:sym typeface="Poppins ExtraBold"/>
            </a:endParaRPr>
          </a:p>
          <a:p>
            <a:pPr indent="-393700" lvl="0" marL="457200" rtl="0" algn="l">
              <a:lnSpc>
                <a:spcPct val="115000"/>
              </a:lnSpc>
              <a:spcBef>
                <a:spcPts val="1200"/>
              </a:spcBef>
              <a:spcAft>
                <a:spcPts val="0"/>
              </a:spcAft>
              <a:buClr>
                <a:schemeClr val="dk1"/>
              </a:buClr>
              <a:buSzPts val="2600"/>
              <a:buFont typeface="Poppins"/>
              <a:buChar char="●"/>
            </a:pPr>
            <a:r>
              <a:rPr lang="en-US" sz="2600">
                <a:solidFill>
                  <a:schemeClr val="dk1"/>
                </a:solidFill>
                <a:latin typeface="Poppins"/>
                <a:ea typeface="Poppins"/>
                <a:cs typeface="Poppins"/>
                <a:sym typeface="Poppins"/>
              </a:rPr>
              <a:t>Encounter false positives and false negatives, impacting accurate classification.</a:t>
            </a:r>
            <a:endParaRPr sz="26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t/>
            </a:r>
            <a:endParaRPr sz="3300">
              <a:solidFill>
                <a:schemeClr val="dk1"/>
              </a:solidFill>
              <a:latin typeface="Poppins ExtraBold"/>
              <a:ea typeface="Poppins ExtraBold"/>
              <a:cs typeface="Poppins ExtraBold"/>
              <a:sym typeface="Poppins ExtraBold"/>
            </a:endParaRPr>
          </a:p>
          <a:p>
            <a:pPr indent="0" lvl="0" marL="0" marR="0" rtl="0" algn="l">
              <a:lnSpc>
                <a:spcPct val="140011"/>
              </a:lnSpc>
              <a:spcBef>
                <a:spcPts val="1200"/>
              </a:spcBef>
              <a:spcAft>
                <a:spcPts val="0"/>
              </a:spcAft>
              <a:buNone/>
            </a:pPr>
            <a:r>
              <a:t/>
            </a:r>
            <a:endParaRPr sz="2658">
              <a:solidFill>
                <a:schemeClr val="dk1"/>
              </a:solidFill>
              <a:latin typeface="Poppins"/>
              <a:ea typeface="Poppins"/>
              <a:cs typeface="Poppins"/>
              <a:sym typeface="Poppins"/>
            </a:endParaRPr>
          </a:p>
        </p:txBody>
      </p:sp>
      <p:sp>
        <p:nvSpPr>
          <p:cNvPr id="159" name="Google Shape;159;p7"/>
          <p:cNvSpPr txBox="1"/>
          <p:nvPr/>
        </p:nvSpPr>
        <p:spPr>
          <a:xfrm>
            <a:off x="1747850" y="8624175"/>
            <a:ext cx="14072400" cy="215400"/>
          </a:xfrm>
          <a:prstGeom prst="rect">
            <a:avLst/>
          </a:prstGeom>
          <a:noFill/>
          <a:ln>
            <a:noFill/>
          </a:ln>
        </p:spPr>
        <p:txBody>
          <a:bodyPr anchorCtr="0" anchor="t" bIns="0" lIns="0" spcFirstLastPara="1" rIns="0" wrap="square" tIns="0">
            <a:spAutoFit/>
          </a:bodyPr>
          <a:lstStyle/>
          <a:p>
            <a:pPr indent="0" lvl="0" marL="0" marR="0" rtl="0" algn="just">
              <a:lnSpc>
                <a:spcPct val="140037"/>
              </a:lnSpc>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grpSp>
        <p:nvGrpSpPr>
          <p:cNvPr id="164" name="Google Shape;164;p4"/>
          <p:cNvGrpSpPr/>
          <p:nvPr/>
        </p:nvGrpSpPr>
        <p:grpSpPr>
          <a:xfrm>
            <a:off x="-1109662" y="0"/>
            <a:ext cx="20507325" cy="10287000"/>
            <a:chOff x="0" y="0"/>
            <a:chExt cx="27343100" cy="13716000"/>
          </a:xfrm>
        </p:grpSpPr>
        <p:sp>
          <p:nvSpPr>
            <p:cNvPr id="165" name="Google Shape;165;p4"/>
            <p:cNvSpPr/>
            <p:nvPr/>
          </p:nvSpPr>
          <p:spPr>
            <a:xfrm>
              <a:off x="0" y="0"/>
              <a:ext cx="13716000" cy="13716000"/>
            </a:xfrm>
            <a:custGeom>
              <a:rect b="b" l="l" r="r" t="t"/>
              <a:pathLst>
                <a:path extrusionOk="0" h="13716000" w="13716000">
                  <a:moveTo>
                    <a:pt x="0" y="0"/>
                  </a:moveTo>
                  <a:lnTo>
                    <a:pt x="13716000" y="0"/>
                  </a:lnTo>
                  <a:lnTo>
                    <a:pt x="13716000" y="13716000"/>
                  </a:lnTo>
                  <a:lnTo>
                    <a:pt x="0" y="13716000"/>
                  </a:lnTo>
                  <a:lnTo>
                    <a:pt x="0" y="0"/>
                  </a:lnTo>
                  <a:close/>
                </a:path>
              </a:pathLst>
            </a:custGeom>
            <a:blipFill rotWithShape="1">
              <a:blip r:embed="rId3">
                <a:alphaModFix/>
              </a:blip>
              <a:stretch>
                <a:fillRect b="0" l="0" r="0" t="0"/>
              </a:stretch>
            </a:blipFill>
            <a:ln>
              <a:noFill/>
            </a:ln>
          </p:spPr>
        </p:sp>
        <p:sp>
          <p:nvSpPr>
            <p:cNvPr id="166" name="Google Shape;166;p4"/>
            <p:cNvSpPr/>
            <p:nvPr/>
          </p:nvSpPr>
          <p:spPr>
            <a:xfrm>
              <a:off x="13627100" y="0"/>
              <a:ext cx="13716000" cy="13716000"/>
            </a:xfrm>
            <a:custGeom>
              <a:rect b="b" l="l" r="r" t="t"/>
              <a:pathLst>
                <a:path extrusionOk="0" h="13716000" w="13716000">
                  <a:moveTo>
                    <a:pt x="0" y="0"/>
                  </a:moveTo>
                  <a:lnTo>
                    <a:pt x="13716000" y="0"/>
                  </a:lnTo>
                  <a:lnTo>
                    <a:pt x="13716000" y="13716000"/>
                  </a:lnTo>
                  <a:lnTo>
                    <a:pt x="0" y="13716000"/>
                  </a:lnTo>
                  <a:lnTo>
                    <a:pt x="0" y="0"/>
                  </a:lnTo>
                  <a:close/>
                </a:path>
              </a:pathLst>
            </a:custGeom>
            <a:blipFill rotWithShape="1">
              <a:blip r:embed="rId3">
                <a:alphaModFix/>
              </a:blip>
              <a:stretch>
                <a:fillRect b="0" l="0" r="0" t="0"/>
              </a:stretch>
            </a:blipFill>
            <a:ln>
              <a:noFill/>
            </a:ln>
          </p:spPr>
        </p:sp>
      </p:grpSp>
      <p:grpSp>
        <p:nvGrpSpPr>
          <p:cNvPr id="167" name="Google Shape;167;p4"/>
          <p:cNvGrpSpPr/>
          <p:nvPr/>
        </p:nvGrpSpPr>
        <p:grpSpPr>
          <a:xfrm>
            <a:off x="1028700" y="1288950"/>
            <a:ext cx="16230707" cy="7969401"/>
            <a:chOff x="0" y="-57150"/>
            <a:chExt cx="4274726" cy="2098923"/>
          </a:xfrm>
        </p:grpSpPr>
        <p:sp>
          <p:nvSpPr>
            <p:cNvPr id="168" name="Google Shape;168;p4"/>
            <p:cNvSpPr/>
            <p:nvPr/>
          </p:nvSpPr>
          <p:spPr>
            <a:xfrm>
              <a:off x="0" y="0"/>
              <a:ext cx="4274726" cy="2041773"/>
            </a:xfrm>
            <a:custGeom>
              <a:rect b="b" l="l" r="r" t="t"/>
              <a:pathLst>
                <a:path extrusionOk="0" h="2041773" w="4274726">
                  <a:moveTo>
                    <a:pt x="0" y="0"/>
                  </a:moveTo>
                  <a:lnTo>
                    <a:pt x="4274726" y="0"/>
                  </a:lnTo>
                  <a:lnTo>
                    <a:pt x="4274726" y="2041773"/>
                  </a:lnTo>
                  <a:lnTo>
                    <a:pt x="0" y="2041773"/>
                  </a:lnTo>
                  <a:close/>
                </a:path>
              </a:pathLst>
            </a:custGeom>
            <a:solidFill>
              <a:srgbClr val="F1F2F2"/>
            </a:solidFill>
            <a:ln>
              <a:noFill/>
            </a:ln>
          </p:spPr>
        </p:sp>
        <p:sp>
          <p:nvSpPr>
            <p:cNvPr id="169" name="Google Shape;169;p4"/>
            <p:cNvSpPr txBox="1"/>
            <p:nvPr/>
          </p:nvSpPr>
          <p:spPr>
            <a:xfrm>
              <a:off x="0" y="-57150"/>
              <a:ext cx="4274700" cy="2098800"/>
            </a:xfrm>
            <a:prstGeom prst="rect">
              <a:avLst/>
            </a:prstGeom>
            <a:noFill/>
            <a:ln>
              <a:noFill/>
            </a:ln>
          </p:spPr>
          <p:txBody>
            <a:bodyPr anchorCtr="0" anchor="ctr" bIns="50800" lIns="50800" spcFirstLastPara="1" rIns="50800" wrap="square" tIns="50800">
              <a:noAutofit/>
            </a:bodyPr>
            <a:lstStyle/>
            <a:p>
              <a:pPr indent="0" lvl="0" marL="0" marR="0" rtl="0" algn="l">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70" name="Google Shape;170;p4"/>
          <p:cNvGrpSpPr/>
          <p:nvPr/>
        </p:nvGrpSpPr>
        <p:grpSpPr>
          <a:xfrm>
            <a:off x="5818698" y="470312"/>
            <a:ext cx="6651030" cy="1608367"/>
            <a:chOff x="0" y="-57150"/>
            <a:chExt cx="1751700" cy="423600"/>
          </a:xfrm>
        </p:grpSpPr>
        <p:sp>
          <p:nvSpPr>
            <p:cNvPr id="171" name="Google Shape;171;p4"/>
            <p:cNvSpPr/>
            <p:nvPr/>
          </p:nvSpPr>
          <p:spPr>
            <a:xfrm>
              <a:off x="0" y="0"/>
              <a:ext cx="1751599" cy="366307"/>
            </a:xfrm>
            <a:custGeom>
              <a:rect b="b" l="l" r="r" t="t"/>
              <a:pathLst>
                <a:path extrusionOk="0" h="366307" w="1751599">
                  <a:moveTo>
                    <a:pt x="0" y="0"/>
                  </a:moveTo>
                  <a:lnTo>
                    <a:pt x="1751599" y="0"/>
                  </a:lnTo>
                  <a:lnTo>
                    <a:pt x="1751599" y="366307"/>
                  </a:lnTo>
                  <a:lnTo>
                    <a:pt x="0" y="366307"/>
                  </a:lnTo>
                  <a:close/>
                </a:path>
              </a:pathLst>
            </a:custGeom>
            <a:solidFill>
              <a:srgbClr val="DDDEDE"/>
            </a:solidFill>
            <a:ln cap="sq" cmpd="sng" w="38100">
              <a:solidFill>
                <a:srgbClr val="F1F2F2"/>
              </a:solidFill>
              <a:prstDash val="solid"/>
              <a:miter lim="8000"/>
              <a:headEnd len="sm" w="sm" type="none"/>
              <a:tailEnd len="sm" w="sm" type="none"/>
            </a:ln>
          </p:spPr>
        </p:sp>
        <p:sp>
          <p:nvSpPr>
            <p:cNvPr id="172" name="Google Shape;172;p4"/>
            <p:cNvSpPr txBox="1"/>
            <p:nvPr/>
          </p:nvSpPr>
          <p:spPr>
            <a:xfrm>
              <a:off x="0" y="-57150"/>
              <a:ext cx="1751700" cy="423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73" name="Google Shape;173;p4"/>
          <p:cNvSpPr txBox="1"/>
          <p:nvPr/>
        </p:nvSpPr>
        <p:spPr>
          <a:xfrm>
            <a:off x="1795200" y="2451975"/>
            <a:ext cx="14697600" cy="64647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1500">
                <a:latin typeface="Poppins"/>
                <a:ea typeface="Poppins"/>
                <a:cs typeface="Poppins"/>
                <a:sym typeface="Poppins"/>
              </a:rPr>
              <a:t>• </a:t>
            </a:r>
            <a:r>
              <a:rPr lang="en-US" sz="2800">
                <a:latin typeface="Poppins"/>
                <a:ea typeface="Poppins"/>
                <a:cs typeface="Poppins"/>
                <a:sym typeface="Poppins"/>
              </a:rPr>
              <a:t>In the proposed system, we introduce machine learning models such as Logistic Regression, Support Vector Machine, Gradient Boost, XGBoost, Naive Bayes alongside Random Forest and Decision Tree algorithms used in existing systems. </a:t>
            </a:r>
            <a:endParaRPr sz="2800">
              <a:latin typeface="Poppins"/>
              <a:ea typeface="Poppins"/>
              <a:cs typeface="Poppins"/>
              <a:sym typeface="Poppins"/>
            </a:endParaRPr>
          </a:p>
          <a:p>
            <a:pPr indent="0" lvl="0" marL="0" marR="0" rtl="0" algn="just">
              <a:lnSpc>
                <a:spcPct val="140000"/>
              </a:lnSpc>
              <a:spcBef>
                <a:spcPts val="0"/>
              </a:spcBef>
              <a:spcAft>
                <a:spcPts val="0"/>
              </a:spcAft>
              <a:buNone/>
            </a:pPr>
            <a:r>
              <a:t/>
            </a:r>
            <a:endParaRPr sz="2800">
              <a:latin typeface="Poppins"/>
              <a:ea typeface="Poppins"/>
              <a:cs typeface="Poppins"/>
              <a:sym typeface="Poppins"/>
            </a:endParaRPr>
          </a:p>
          <a:p>
            <a:pPr indent="0" lvl="0" marL="0" marR="0" rtl="0" algn="just">
              <a:lnSpc>
                <a:spcPct val="140000"/>
              </a:lnSpc>
              <a:spcBef>
                <a:spcPts val="0"/>
              </a:spcBef>
              <a:spcAft>
                <a:spcPts val="0"/>
              </a:spcAft>
              <a:buNone/>
            </a:pPr>
            <a:r>
              <a:rPr lang="en-US" sz="2800">
                <a:latin typeface="Poppins"/>
                <a:ea typeface="Poppins"/>
                <a:cs typeface="Poppins"/>
                <a:sym typeface="Poppins"/>
              </a:rPr>
              <a:t>• By Performing the training over the all Machine Learning models, we choose the best performed Model based on accuracy score of model to perform test data. Here the Machine Learning model is Gradient Boost which having the accuracy score over 97%. </a:t>
            </a:r>
            <a:endParaRPr sz="2800">
              <a:latin typeface="Poppins"/>
              <a:ea typeface="Poppins"/>
              <a:cs typeface="Poppins"/>
              <a:sym typeface="Poppins"/>
            </a:endParaRPr>
          </a:p>
          <a:p>
            <a:pPr indent="0" lvl="0" marL="0" marR="0" rtl="0" algn="just">
              <a:lnSpc>
                <a:spcPct val="140000"/>
              </a:lnSpc>
              <a:spcBef>
                <a:spcPts val="0"/>
              </a:spcBef>
              <a:spcAft>
                <a:spcPts val="0"/>
              </a:spcAft>
              <a:buNone/>
            </a:pPr>
            <a:r>
              <a:rPr lang="en-US" sz="2800">
                <a:latin typeface="Poppins"/>
                <a:ea typeface="Poppins"/>
                <a:cs typeface="Poppins"/>
                <a:sym typeface="Poppins"/>
              </a:rPr>
              <a:t>• These additions aim to diversify the model ensemble and improve accuracy. Moreover, we prioritize enhancing the system's latency performance. </a:t>
            </a:r>
            <a:endParaRPr sz="2800">
              <a:latin typeface="Poppins"/>
              <a:ea typeface="Poppins"/>
              <a:cs typeface="Poppins"/>
              <a:sym typeface="Poppins"/>
            </a:endParaRPr>
          </a:p>
          <a:p>
            <a:pPr indent="0" lvl="0" marL="0" marR="0" rtl="0" algn="just">
              <a:lnSpc>
                <a:spcPct val="140000"/>
              </a:lnSpc>
              <a:spcBef>
                <a:spcPts val="0"/>
              </a:spcBef>
              <a:spcAft>
                <a:spcPts val="0"/>
              </a:spcAft>
              <a:buNone/>
            </a:pPr>
            <a:r>
              <a:rPr lang="en-US" sz="2800">
                <a:latin typeface="Poppins"/>
                <a:ea typeface="Poppins"/>
                <a:cs typeface="Poppins"/>
                <a:sym typeface="Poppins"/>
              </a:rPr>
              <a:t>• Additionally, a user-friendly interface will be developed to facilitate ease of use.</a:t>
            </a:r>
            <a:endParaRPr sz="2800">
              <a:latin typeface="Poppins"/>
              <a:ea typeface="Poppins"/>
              <a:cs typeface="Poppins"/>
              <a:sym typeface="Poppins"/>
            </a:endParaRPr>
          </a:p>
        </p:txBody>
      </p:sp>
      <p:sp>
        <p:nvSpPr>
          <p:cNvPr id="174" name="Google Shape;174;p4"/>
          <p:cNvSpPr/>
          <p:nvPr/>
        </p:nvSpPr>
        <p:spPr>
          <a:xfrm>
            <a:off x="15824275" y="6533193"/>
            <a:ext cx="1949375" cy="1949375"/>
          </a:xfrm>
          <a:custGeom>
            <a:rect b="b" l="l" r="r" t="t"/>
            <a:pathLst>
              <a:path extrusionOk="0" h="1949375" w="1949375">
                <a:moveTo>
                  <a:pt x="0" y="0"/>
                </a:moveTo>
                <a:lnTo>
                  <a:pt x="1949375" y="0"/>
                </a:lnTo>
                <a:lnTo>
                  <a:pt x="1949375" y="1949375"/>
                </a:lnTo>
                <a:lnTo>
                  <a:pt x="0" y="1949375"/>
                </a:lnTo>
                <a:lnTo>
                  <a:pt x="0" y="0"/>
                </a:lnTo>
                <a:close/>
              </a:path>
            </a:pathLst>
          </a:custGeom>
          <a:blipFill rotWithShape="1">
            <a:blip r:embed="rId4">
              <a:alphaModFix/>
            </a:blip>
            <a:stretch>
              <a:fillRect b="0" l="0" r="0" t="0"/>
            </a:stretch>
          </a:blipFill>
          <a:ln>
            <a:noFill/>
          </a:ln>
        </p:spPr>
      </p:sp>
      <p:sp>
        <p:nvSpPr>
          <p:cNvPr id="175" name="Google Shape;175;p4"/>
          <p:cNvSpPr/>
          <p:nvPr/>
        </p:nvSpPr>
        <p:spPr>
          <a:xfrm>
            <a:off x="-668902" y="1028700"/>
            <a:ext cx="3395204" cy="1049427"/>
          </a:xfrm>
          <a:custGeom>
            <a:rect b="b" l="l" r="r" t="t"/>
            <a:pathLst>
              <a:path extrusionOk="0" h="1049427" w="3395204">
                <a:moveTo>
                  <a:pt x="0" y="0"/>
                </a:moveTo>
                <a:lnTo>
                  <a:pt x="3395204" y="0"/>
                </a:lnTo>
                <a:lnTo>
                  <a:pt x="3395204" y="1049427"/>
                </a:lnTo>
                <a:lnTo>
                  <a:pt x="0" y="1049427"/>
                </a:lnTo>
                <a:lnTo>
                  <a:pt x="0" y="0"/>
                </a:lnTo>
                <a:close/>
              </a:path>
            </a:pathLst>
          </a:custGeom>
          <a:blipFill rotWithShape="1">
            <a:blip r:embed="rId5">
              <a:alphaModFix/>
            </a:blip>
            <a:stretch>
              <a:fillRect b="0" l="0" r="0" t="0"/>
            </a:stretch>
          </a:blipFill>
          <a:ln>
            <a:noFill/>
          </a:ln>
        </p:spPr>
      </p:sp>
      <p:sp>
        <p:nvSpPr>
          <p:cNvPr id="176" name="Google Shape;176;p4"/>
          <p:cNvSpPr txBox="1"/>
          <p:nvPr/>
        </p:nvSpPr>
        <p:spPr>
          <a:xfrm>
            <a:off x="4543721" y="923925"/>
            <a:ext cx="9200700" cy="769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5000">
                <a:latin typeface="Fredoka"/>
                <a:ea typeface="Fredoka"/>
                <a:cs typeface="Fredoka"/>
                <a:sym typeface="Fredoka"/>
              </a:rPr>
              <a:t>PROPOSED</a:t>
            </a:r>
            <a:r>
              <a:rPr b="1" lang="en-US" sz="5000">
                <a:latin typeface="Fredoka"/>
                <a:ea typeface="Fredoka"/>
                <a:cs typeface="Fredoka"/>
                <a:sym typeface="Fredoka"/>
              </a:rPr>
              <a:t> SYSTEM</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grpSp>
        <p:nvGrpSpPr>
          <p:cNvPr id="181" name="Google Shape;181;p5"/>
          <p:cNvGrpSpPr/>
          <p:nvPr/>
        </p:nvGrpSpPr>
        <p:grpSpPr>
          <a:xfrm>
            <a:off x="-1109662" y="0"/>
            <a:ext cx="20507325" cy="10287000"/>
            <a:chOff x="0" y="0"/>
            <a:chExt cx="27343100" cy="13716000"/>
          </a:xfrm>
        </p:grpSpPr>
        <p:sp>
          <p:nvSpPr>
            <p:cNvPr id="182" name="Google Shape;182;p5"/>
            <p:cNvSpPr/>
            <p:nvPr/>
          </p:nvSpPr>
          <p:spPr>
            <a:xfrm>
              <a:off x="0" y="0"/>
              <a:ext cx="13716000" cy="13716000"/>
            </a:xfrm>
            <a:custGeom>
              <a:rect b="b" l="l" r="r" t="t"/>
              <a:pathLst>
                <a:path extrusionOk="0" h="13716000" w="13716000">
                  <a:moveTo>
                    <a:pt x="0" y="0"/>
                  </a:moveTo>
                  <a:lnTo>
                    <a:pt x="13716000" y="0"/>
                  </a:lnTo>
                  <a:lnTo>
                    <a:pt x="13716000" y="13716000"/>
                  </a:lnTo>
                  <a:lnTo>
                    <a:pt x="0" y="13716000"/>
                  </a:lnTo>
                  <a:lnTo>
                    <a:pt x="0" y="0"/>
                  </a:lnTo>
                  <a:close/>
                </a:path>
              </a:pathLst>
            </a:custGeom>
            <a:blipFill rotWithShape="1">
              <a:blip r:embed="rId3">
                <a:alphaModFix/>
              </a:blip>
              <a:stretch>
                <a:fillRect b="0" l="0" r="0" t="0"/>
              </a:stretch>
            </a:blipFill>
            <a:ln>
              <a:noFill/>
            </a:ln>
          </p:spPr>
        </p:sp>
        <p:sp>
          <p:nvSpPr>
            <p:cNvPr id="183" name="Google Shape;183;p5"/>
            <p:cNvSpPr/>
            <p:nvPr/>
          </p:nvSpPr>
          <p:spPr>
            <a:xfrm>
              <a:off x="13627100" y="0"/>
              <a:ext cx="13716000" cy="13716000"/>
            </a:xfrm>
            <a:custGeom>
              <a:rect b="b" l="l" r="r" t="t"/>
              <a:pathLst>
                <a:path extrusionOk="0" h="13716000" w="13716000">
                  <a:moveTo>
                    <a:pt x="0" y="0"/>
                  </a:moveTo>
                  <a:lnTo>
                    <a:pt x="13716000" y="0"/>
                  </a:lnTo>
                  <a:lnTo>
                    <a:pt x="13716000" y="13716000"/>
                  </a:lnTo>
                  <a:lnTo>
                    <a:pt x="0" y="13716000"/>
                  </a:lnTo>
                  <a:lnTo>
                    <a:pt x="0" y="0"/>
                  </a:lnTo>
                  <a:close/>
                </a:path>
              </a:pathLst>
            </a:custGeom>
            <a:blipFill rotWithShape="1">
              <a:blip r:embed="rId3">
                <a:alphaModFix/>
              </a:blip>
              <a:stretch>
                <a:fillRect b="0" l="0" r="0" t="0"/>
              </a:stretch>
            </a:blipFill>
            <a:ln>
              <a:noFill/>
            </a:ln>
          </p:spPr>
        </p:sp>
      </p:grpSp>
      <p:grpSp>
        <p:nvGrpSpPr>
          <p:cNvPr id="184" name="Google Shape;184;p5"/>
          <p:cNvGrpSpPr/>
          <p:nvPr/>
        </p:nvGrpSpPr>
        <p:grpSpPr>
          <a:xfrm>
            <a:off x="1028700" y="1288952"/>
            <a:ext cx="16230600" cy="7969348"/>
            <a:chOff x="0" y="-57150"/>
            <a:chExt cx="4274726" cy="2098923"/>
          </a:xfrm>
        </p:grpSpPr>
        <p:sp>
          <p:nvSpPr>
            <p:cNvPr id="185" name="Google Shape;185;p5"/>
            <p:cNvSpPr/>
            <p:nvPr/>
          </p:nvSpPr>
          <p:spPr>
            <a:xfrm>
              <a:off x="0" y="0"/>
              <a:ext cx="4274726" cy="2041773"/>
            </a:xfrm>
            <a:custGeom>
              <a:rect b="b" l="l" r="r" t="t"/>
              <a:pathLst>
                <a:path extrusionOk="0" h="2041773" w="4274726">
                  <a:moveTo>
                    <a:pt x="0" y="0"/>
                  </a:moveTo>
                  <a:lnTo>
                    <a:pt x="4274726" y="0"/>
                  </a:lnTo>
                  <a:lnTo>
                    <a:pt x="4274726" y="2041773"/>
                  </a:lnTo>
                  <a:lnTo>
                    <a:pt x="0" y="2041773"/>
                  </a:lnTo>
                  <a:close/>
                </a:path>
              </a:pathLst>
            </a:custGeom>
            <a:solidFill>
              <a:srgbClr val="F1F2F2"/>
            </a:solidFill>
            <a:ln>
              <a:noFill/>
            </a:ln>
          </p:spPr>
        </p:sp>
        <p:sp>
          <p:nvSpPr>
            <p:cNvPr id="186" name="Google Shape;186;p5"/>
            <p:cNvSpPr txBox="1"/>
            <p:nvPr/>
          </p:nvSpPr>
          <p:spPr>
            <a:xfrm>
              <a:off x="0" y="-57150"/>
              <a:ext cx="4274726" cy="209892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87" name="Google Shape;187;p5"/>
          <p:cNvGrpSpPr/>
          <p:nvPr/>
        </p:nvGrpSpPr>
        <p:grpSpPr>
          <a:xfrm>
            <a:off x="5218653" y="491325"/>
            <a:ext cx="6435115" cy="1616572"/>
            <a:chOff x="0" y="-57150"/>
            <a:chExt cx="2606576" cy="425761"/>
          </a:xfrm>
        </p:grpSpPr>
        <p:sp>
          <p:nvSpPr>
            <p:cNvPr id="188" name="Google Shape;188;p5"/>
            <p:cNvSpPr/>
            <p:nvPr/>
          </p:nvSpPr>
          <p:spPr>
            <a:xfrm>
              <a:off x="0" y="0"/>
              <a:ext cx="2606576" cy="368611"/>
            </a:xfrm>
            <a:custGeom>
              <a:rect b="b" l="l" r="r" t="t"/>
              <a:pathLst>
                <a:path extrusionOk="0" h="368611" w="2606576">
                  <a:moveTo>
                    <a:pt x="0" y="0"/>
                  </a:moveTo>
                  <a:lnTo>
                    <a:pt x="2606576" y="0"/>
                  </a:lnTo>
                  <a:lnTo>
                    <a:pt x="2606576" y="368611"/>
                  </a:lnTo>
                  <a:lnTo>
                    <a:pt x="0" y="368611"/>
                  </a:lnTo>
                  <a:close/>
                </a:path>
              </a:pathLst>
            </a:custGeom>
            <a:solidFill>
              <a:srgbClr val="DDDEDE"/>
            </a:solidFill>
            <a:ln cap="sq" cmpd="sng" w="38100">
              <a:solidFill>
                <a:srgbClr val="F1F2F2"/>
              </a:solidFill>
              <a:prstDash val="solid"/>
              <a:miter lim="8000"/>
              <a:headEnd len="sm" w="sm" type="none"/>
              <a:tailEnd len="sm" w="sm" type="none"/>
            </a:ln>
          </p:spPr>
        </p:sp>
        <p:sp>
          <p:nvSpPr>
            <p:cNvPr id="189" name="Google Shape;189;p5"/>
            <p:cNvSpPr txBox="1"/>
            <p:nvPr/>
          </p:nvSpPr>
          <p:spPr>
            <a:xfrm>
              <a:off x="0" y="-57150"/>
              <a:ext cx="2606576" cy="42576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90" name="Google Shape;190;p5"/>
          <p:cNvSpPr/>
          <p:nvPr/>
        </p:nvSpPr>
        <p:spPr>
          <a:xfrm flipH="1">
            <a:off x="16164492" y="6443050"/>
            <a:ext cx="2189615" cy="1982597"/>
          </a:xfrm>
          <a:custGeom>
            <a:rect b="b" l="l" r="r" t="t"/>
            <a:pathLst>
              <a:path extrusionOk="0" h="1982597" w="2189615">
                <a:moveTo>
                  <a:pt x="2189616" y="0"/>
                </a:moveTo>
                <a:lnTo>
                  <a:pt x="0" y="0"/>
                </a:lnTo>
                <a:lnTo>
                  <a:pt x="0" y="1982597"/>
                </a:lnTo>
                <a:lnTo>
                  <a:pt x="2189616" y="1982597"/>
                </a:lnTo>
                <a:lnTo>
                  <a:pt x="2189616" y="0"/>
                </a:lnTo>
                <a:close/>
              </a:path>
            </a:pathLst>
          </a:custGeom>
          <a:blipFill rotWithShape="1">
            <a:blip r:embed="rId4">
              <a:alphaModFix/>
            </a:blip>
            <a:stretch>
              <a:fillRect b="0" l="0" r="0" t="0"/>
            </a:stretch>
          </a:blipFill>
          <a:ln>
            <a:noFill/>
          </a:ln>
        </p:spPr>
      </p:sp>
      <p:sp>
        <p:nvSpPr>
          <p:cNvPr id="191" name="Google Shape;191;p5"/>
          <p:cNvSpPr/>
          <p:nvPr/>
        </p:nvSpPr>
        <p:spPr>
          <a:xfrm>
            <a:off x="-2300107" y="1028700"/>
            <a:ext cx="4927677" cy="1532060"/>
          </a:xfrm>
          <a:custGeom>
            <a:rect b="b" l="l" r="r" t="t"/>
            <a:pathLst>
              <a:path extrusionOk="0" h="1532060" w="4927677">
                <a:moveTo>
                  <a:pt x="0" y="0"/>
                </a:moveTo>
                <a:lnTo>
                  <a:pt x="4927677" y="0"/>
                </a:lnTo>
                <a:lnTo>
                  <a:pt x="4927677" y="1532060"/>
                </a:lnTo>
                <a:lnTo>
                  <a:pt x="0" y="1532060"/>
                </a:lnTo>
                <a:lnTo>
                  <a:pt x="0" y="0"/>
                </a:lnTo>
                <a:close/>
              </a:path>
            </a:pathLst>
          </a:custGeom>
          <a:blipFill rotWithShape="1">
            <a:blip r:embed="rId5">
              <a:alphaModFix/>
            </a:blip>
            <a:stretch>
              <a:fillRect b="0" l="0" r="0" t="0"/>
            </a:stretch>
          </a:blipFill>
          <a:ln>
            <a:noFill/>
          </a:ln>
        </p:spPr>
      </p:sp>
      <p:sp>
        <p:nvSpPr>
          <p:cNvPr id="192" name="Google Shape;192;p5"/>
          <p:cNvSpPr txBox="1"/>
          <p:nvPr/>
        </p:nvSpPr>
        <p:spPr>
          <a:xfrm>
            <a:off x="2627570" y="923925"/>
            <a:ext cx="11116800" cy="769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5000">
                <a:latin typeface="Fredoka"/>
                <a:ea typeface="Fredoka"/>
                <a:cs typeface="Fredoka"/>
                <a:sym typeface="Fredoka"/>
              </a:rPr>
              <a:t>ADVANTAGES</a:t>
            </a:r>
            <a:endParaRPr/>
          </a:p>
        </p:txBody>
      </p:sp>
      <p:sp>
        <p:nvSpPr>
          <p:cNvPr id="193" name="Google Shape;193;p5"/>
          <p:cNvSpPr txBox="1"/>
          <p:nvPr/>
        </p:nvSpPr>
        <p:spPr>
          <a:xfrm>
            <a:off x="6181600" y="3185850"/>
            <a:ext cx="10824000" cy="3996000"/>
          </a:xfrm>
          <a:prstGeom prst="rect">
            <a:avLst/>
          </a:prstGeom>
          <a:noFill/>
          <a:ln>
            <a:noFill/>
          </a:ln>
        </p:spPr>
        <p:txBody>
          <a:bodyPr anchorCtr="0" anchor="t" bIns="0" lIns="0" spcFirstLastPara="1" rIns="0" wrap="square" tIns="0">
            <a:spAutoFit/>
          </a:bodyPr>
          <a:lstStyle/>
          <a:p>
            <a:pPr indent="0" lvl="0" marL="0" marR="0" rtl="0" algn="l">
              <a:lnSpc>
                <a:spcPct val="140036"/>
              </a:lnSpc>
              <a:spcBef>
                <a:spcPts val="0"/>
              </a:spcBef>
              <a:spcAft>
                <a:spcPts val="0"/>
              </a:spcAft>
              <a:buNone/>
            </a:pPr>
            <a:r>
              <a:t/>
            </a:r>
            <a:endParaRPr/>
          </a:p>
          <a:p>
            <a:pPr indent="-323850" lvl="1" marL="647700" marR="0" rtl="0" algn="l">
              <a:lnSpc>
                <a:spcPct val="140000"/>
              </a:lnSpc>
              <a:spcBef>
                <a:spcPts val="0"/>
              </a:spcBef>
              <a:spcAft>
                <a:spcPts val="0"/>
              </a:spcAft>
              <a:buClr>
                <a:srgbClr val="000000"/>
              </a:buClr>
              <a:buSzPts val="3000"/>
              <a:buFont typeface="Arial"/>
              <a:buChar char="•"/>
            </a:pPr>
            <a:r>
              <a:rPr b="1" i="0" lang="en-US" sz="3000" u="none" cap="none" strike="noStrike">
                <a:solidFill>
                  <a:srgbClr val="000000"/>
                </a:solidFill>
                <a:latin typeface="Nunito"/>
                <a:ea typeface="Nunito"/>
                <a:cs typeface="Nunito"/>
                <a:sym typeface="Nunito"/>
              </a:rPr>
              <a:t>   </a:t>
            </a:r>
            <a:r>
              <a:rPr lang="en-US" sz="2900">
                <a:latin typeface="Poppins"/>
                <a:ea typeface="Poppins"/>
                <a:cs typeface="Poppins"/>
                <a:sym typeface="Poppins"/>
              </a:rPr>
              <a:t>High</a:t>
            </a:r>
            <a:r>
              <a:rPr lang="en-US" sz="3000">
                <a:latin typeface="Poppins"/>
                <a:ea typeface="Poppins"/>
                <a:cs typeface="Poppins"/>
                <a:sym typeface="Poppins"/>
              </a:rPr>
              <a:t> </a:t>
            </a:r>
            <a:r>
              <a:rPr lang="en-US" sz="3000">
                <a:latin typeface="Nunito"/>
                <a:ea typeface="Nunito"/>
                <a:cs typeface="Nunito"/>
                <a:sym typeface="Nunito"/>
              </a:rPr>
              <a:t>Accuracy</a:t>
            </a:r>
            <a:endParaRPr/>
          </a:p>
          <a:p>
            <a:pPr indent="-323850" lvl="1" marL="647700" marR="0" rtl="0" algn="l">
              <a:lnSpc>
                <a:spcPct val="140000"/>
              </a:lnSpc>
              <a:spcBef>
                <a:spcPts val="0"/>
              </a:spcBef>
              <a:spcAft>
                <a:spcPts val="0"/>
              </a:spcAft>
              <a:buClr>
                <a:srgbClr val="000000"/>
              </a:buClr>
              <a:buSzPts val="3000"/>
              <a:buFont typeface="Arial"/>
              <a:buChar char="•"/>
            </a:pPr>
            <a:r>
              <a:rPr b="0" i="0" lang="en-US" sz="3000" u="none" cap="none" strike="noStrike">
                <a:solidFill>
                  <a:srgbClr val="000000"/>
                </a:solidFill>
                <a:latin typeface="Nunito"/>
                <a:ea typeface="Nunito"/>
                <a:cs typeface="Nunito"/>
                <a:sym typeface="Nunito"/>
              </a:rPr>
              <a:t>   </a:t>
            </a:r>
            <a:r>
              <a:rPr lang="en-US" sz="3000">
                <a:latin typeface="Nunito"/>
                <a:ea typeface="Nunito"/>
                <a:cs typeface="Nunito"/>
                <a:sym typeface="Nunito"/>
              </a:rPr>
              <a:t>Robust Model Selection</a:t>
            </a:r>
            <a:endParaRPr/>
          </a:p>
          <a:p>
            <a:pPr indent="-323850" lvl="1" marL="647700" marR="0" rtl="0" algn="l">
              <a:lnSpc>
                <a:spcPct val="140000"/>
              </a:lnSpc>
              <a:spcBef>
                <a:spcPts val="0"/>
              </a:spcBef>
              <a:spcAft>
                <a:spcPts val="0"/>
              </a:spcAft>
              <a:buClr>
                <a:srgbClr val="000000"/>
              </a:buClr>
              <a:buSzPts val="3000"/>
              <a:buFont typeface="Arial"/>
              <a:buChar char="•"/>
            </a:pPr>
            <a:r>
              <a:rPr b="0" i="0" lang="en-US" sz="3000" u="none" cap="none" strike="noStrike">
                <a:solidFill>
                  <a:srgbClr val="000000"/>
                </a:solidFill>
                <a:latin typeface="Nunito"/>
                <a:ea typeface="Nunito"/>
                <a:cs typeface="Nunito"/>
                <a:sym typeface="Nunito"/>
              </a:rPr>
              <a:t>   </a:t>
            </a:r>
            <a:r>
              <a:rPr lang="en-US" sz="3000">
                <a:latin typeface="Nunito"/>
                <a:ea typeface="Nunito"/>
                <a:cs typeface="Nunito"/>
                <a:sym typeface="Nunito"/>
              </a:rPr>
              <a:t>Improved Reliability</a:t>
            </a:r>
            <a:endParaRPr sz="2900"/>
          </a:p>
          <a:p>
            <a:pPr indent="-323850" lvl="1" marL="647700" marR="0" rtl="0" algn="l">
              <a:lnSpc>
                <a:spcPct val="140000"/>
              </a:lnSpc>
              <a:spcBef>
                <a:spcPts val="0"/>
              </a:spcBef>
              <a:spcAft>
                <a:spcPts val="0"/>
              </a:spcAft>
              <a:buClr>
                <a:srgbClr val="000000"/>
              </a:buClr>
              <a:buSzPts val="3000"/>
              <a:buFont typeface="Arial"/>
              <a:buChar char="•"/>
            </a:pPr>
            <a:r>
              <a:rPr b="0" i="0" lang="en-US" sz="3000" u="none" cap="none" strike="noStrike">
                <a:solidFill>
                  <a:srgbClr val="000000"/>
                </a:solidFill>
                <a:latin typeface="Nunito"/>
                <a:ea typeface="Nunito"/>
                <a:cs typeface="Nunito"/>
                <a:sym typeface="Nunito"/>
              </a:rPr>
              <a:t>   </a:t>
            </a:r>
            <a:r>
              <a:rPr lang="en-US" sz="3000">
                <a:latin typeface="Nunito"/>
                <a:ea typeface="Nunito"/>
                <a:cs typeface="Nunito"/>
                <a:sym typeface="Nunito"/>
              </a:rPr>
              <a:t>Optimized Performance</a:t>
            </a:r>
            <a:endParaRPr sz="3000">
              <a:latin typeface="Nunito"/>
              <a:ea typeface="Nunito"/>
              <a:cs typeface="Nunito"/>
              <a:sym typeface="Nunito"/>
            </a:endParaRPr>
          </a:p>
          <a:p>
            <a:pPr indent="-323850" lvl="1" marL="647700" marR="0" rtl="0" algn="l">
              <a:lnSpc>
                <a:spcPct val="140000"/>
              </a:lnSpc>
              <a:spcBef>
                <a:spcPts val="0"/>
              </a:spcBef>
              <a:spcAft>
                <a:spcPts val="0"/>
              </a:spcAft>
              <a:buClr>
                <a:srgbClr val="000000"/>
              </a:buClr>
              <a:buSzPts val="3000"/>
              <a:buFont typeface="Arial"/>
              <a:buChar char="•"/>
            </a:pPr>
            <a:r>
              <a:rPr b="0" i="0" lang="en-US" sz="3000" u="none" cap="none" strike="noStrike">
                <a:solidFill>
                  <a:srgbClr val="000000"/>
                </a:solidFill>
                <a:latin typeface="Nunito"/>
                <a:ea typeface="Nunito"/>
                <a:cs typeface="Nunito"/>
                <a:sym typeface="Nunito"/>
              </a:rPr>
              <a:t> </a:t>
            </a:r>
            <a:r>
              <a:rPr lang="en-US" sz="3000">
                <a:latin typeface="Nunito"/>
                <a:ea typeface="Nunito"/>
                <a:cs typeface="Nunito"/>
                <a:sym typeface="Nunito"/>
              </a:rPr>
              <a:t>  User-Friendly Interface</a:t>
            </a:r>
            <a:endParaRPr/>
          </a:p>
          <a:p>
            <a:pPr indent="0" lvl="0" marL="0" marR="0" rtl="0" algn="l">
              <a:lnSpc>
                <a:spcPct val="155633"/>
              </a:lnSpc>
              <a:spcBef>
                <a:spcPts val="0"/>
              </a:spcBef>
              <a:spcAft>
                <a:spcPts val="0"/>
              </a:spcAft>
              <a:buNone/>
            </a:pPr>
            <a:r>
              <a:t/>
            </a:r>
            <a:endParaRPr b="0" i="0" sz="3000" u="none" cap="none" strike="noStrike">
              <a:solidFill>
                <a:srgbClr val="000000"/>
              </a:solidFill>
              <a:latin typeface="Nunito"/>
              <a:ea typeface="Nunito"/>
              <a:cs typeface="Nunito"/>
              <a:sym typeface="Nunito"/>
            </a:endParaRPr>
          </a:p>
        </p:txBody>
      </p:sp>
      <p:sp>
        <p:nvSpPr>
          <p:cNvPr id="194" name="Google Shape;194;p5"/>
          <p:cNvSpPr/>
          <p:nvPr/>
        </p:nvSpPr>
        <p:spPr>
          <a:xfrm>
            <a:off x="14466890" y="8733587"/>
            <a:ext cx="3395204" cy="1049427"/>
          </a:xfrm>
          <a:custGeom>
            <a:rect b="b" l="l" r="r" t="t"/>
            <a:pathLst>
              <a:path extrusionOk="0" h="1049427" w="3395204">
                <a:moveTo>
                  <a:pt x="0" y="0"/>
                </a:moveTo>
                <a:lnTo>
                  <a:pt x="3395205" y="0"/>
                </a:lnTo>
                <a:lnTo>
                  <a:pt x="3395205" y="1049426"/>
                </a:lnTo>
                <a:lnTo>
                  <a:pt x="0" y="1049426"/>
                </a:lnTo>
                <a:lnTo>
                  <a:pt x="0" y="0"/>
                </a:lnTo>
                <a:close/>
              </a:path>
            </a:pathLst>
          </a:custGeom>
          <a:blipFill rotWithShape="1">
            <a:blip r:embed="rId6">
              <a:alphaModFix/>
            </a:blip>
            <a:stretch>
              <a:fillRect b="0" l="0" r="0" t="0"/>
            </a:stretch>
          </a:blipFill>
          <a:ln>
            <a:noFill/>
          </a:ln>
        </p:spPr>
      </p:sp>
      <p:sp>
        <p:nvSpPr>
          <p:cNvPr id="195" name="Google Shape;195;p5"/>
          <p:cNvSpPr txBox="1"/>
          <p:nvPr/>
        </p:nvSpPr>
        <p:spPr>
          <a:xfrm>
            <a:off x="14892796" y="9716338"/>
            <a:ext cx="3395100" cy="215400"/>
          </a:xfrm>
          <a:prstGeom prst="rect">
            <a:avLst/>
          </a:prstGeom>
          <a:noFill/>
          <a:ln>
            <a:noFill/>
          </a:ln>
        </p:spPr>
        <p:txBody>
          <a:bodyPr anchorCtr="0" anchor="t" bIns="0" lIns="0" spcFirstLastPara="1" rIns="0" wrap="square" tIns="0">
            <a:spAutoFit/>
          </a:bodyPr>
          <a:lstStyle/>
          <a:p>
            <a:pPr indent="0" lvl="0" marL="0" marR="0" rtl="0" algn="l">
              <a:lnSpc>
                <a:spcPct val="140015"/>
              </a:lnSpc>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grpSp>
        <p:nvGrpSpPr>
          <p:cNvPr id="200" name="Google Shape;200;p9"/>
          <p:cNvGrpSpPr/>
          <p:nvPr/>
        </p:nvGrpSpPr>
        <p:grpSpPr>
          <a:xfrm>
            <a:off x="-1109662" y="-140900"/>
            <a:ext cx="20507325" cy="10287000"/>
            <a:chOff x="0" y="0"/>
            <a:chExt cx="27343100" cy="13716000"/>
          </a:xfrm>
        </p:grpSpPr>
        <p:sp>
          <p:nvSpPr>
            <p:cNvPr id="201" name="Google Shape;201;p9"/>
            <p:cNvSpPr/>
            <p:nvPr/>
          </p:nvSpPr>
          <p:spPr>
            <a:xfrm>
              <a:off x="0" y="0"/>
              <a:ext cx="13716000" cy="13716000"/>
            </a:xfrm>
            <a:custGeom>
              <a:rect b="b" l="l" r="r" t="t"/>
              <a:pathLst>
                <a:path extrusionOk="0" h="13716000" w="13716000">
                  <a:moveTo>
                    <a:pt x="0" y="0"/>
                  </a:moveTo>
                  <a:lnTo>
                    <a:pt x="13716000" y="0"/>
                  </a:lnTo>
                  <a:lnTo>
                    <a:pt x="13716000" y="13716000"/>
                  </a:lnTo>
                  <a:lnTo>
                    <a:pt x="0" y="13716000"/>
                  </a:lnTo>
                  <a:lnTo>
                    <a:pt x="0" y="0"/>
                  </a:lnTo>
                  <a:close/>
                </a:path>
              </a:pathLst>
            </a:custGeom>
            <a:blipFill rotWithShape="1">
              <a:blip r:embed="rId3">
                <a:alphaModFix/>
              </a:blip>
              <a:stretch>
                <a:fillRect b="0" l="0" r="0" t="0"/>
              </a:stretch>
            </a:blipFill>
            <a:ln>
              <a:noFill/>
            </a:ln>
          </p:spPr>
        </p:sp>
        <p:sp>
          <p:nvSpPr>
            <p:cNvPr id="202" name="Google Shape;202;p9"/>
            <p:cNvSpPr/>
            <p:nvPr/>
          </p:nvSpPr>
          <p:spPr>
            <a:xfrm>
              <a:off x="13627100" y="0"/>
              <a:ext cx="13716000" cy="13716000"/>
            </a:xfrm>
            <a:custGeom>
              <a:rect b="b" l="l" r="r" t="t"/>
              <a:pathLst>
                <a:path extrusionOk="0" h="13716000" w="13716000">
                  <a:moveTo>
                    <a:pt x="0" y="0"/>
                  </a:moveTo>
                  <a:lnTo>
                    <a:pt x="13716000" y="0"/>
                  </a:lnTo>
                  <a:lnTo>
                    <a:pt x="13716000" y="13716000"/>
                  </a:lnTo>
                  <a:lnTo>
                    <a:pt x="0" y="13716000"/>
                  </a:lnTo>
                  <a:lnTo>
                    <a:pt x="0" y="0"/>
                  </a:lnTo>
                  <a:close/>
                </a:path>
              </a:pathLst>
            </a:custGeom>
            <a:blipFill rotWithShape="1">
              <a:blip r:embed="rId3">
                <a:alphaModFix/>
              </a:blip>
              <a:stretch>
                <a:fillRect b="0" l="0" r="0" t="0"/>
              </a:stretch>
            </a:blipFill>
            <a:ln>
              <a:noFill/>
            </a:ln>
          </p:spPr>
        </p:sp>
      </p:grpSp>
      <p:grpSp>
        <p:nvGrpSpPr>
          <p:cNvPr id="203" name="Google Shape;203;p9"/>
          <p:cNvGrpSpPr/>
          <p:nvPr/>
        </p:nvGrpSpPr>
        <p:grpSpPr>
          <a:xfrm>
            <a:off x="5891126" y="-377938"/>
            <a:ext cx="6505738" cy="1874902"/>
            <a:chOff x="0" y="-38100"/>
            <a:chExt cx="2070638" cy="493798"/>
          </a:xfrm>
        </p:grpSpPr>
        <p:sp>
          <p:nvSpPr>
            <p:cNvPr id="204" name="Google Shape;204;p9"/>
            <p:cNvSpPr/>
            <p:nvPr/>
          </p:nvSpPr>
          <p:spPr>
            <a:xfrm>
              <a:off x="0" y="0"/>
              <a:ext cx="2070638" cy="455698"/>
            </a:xfrm>
            <a:custGeom>
              <a:rect b="b" l="l" r="r" t="t"/>
              <a:pathLst>
                <a:path extrusionOk="0" h="455698" w="2070638">
                  <a:moveTo>
                    <a:pt x="0" y="0"/>
                  </a:moveTo>
                  <a:lnTo>
                    <a:pt x="2070638" y="0"/>
                  </a:lnTo>
                  <a:lnTo>
                    <a:pt x="2070638" y="455698"/>
                  </a:lnTo>
                  <a:lnTo>
                    <a:pt x="0" y="455698"/>
                  </a:lnTo>
                  <a:close/>
                </a:path>
              </a:pathLst>
            </a:custGeom>
            <a:solidFill>
              <a:srgbClr val="DDDEDE"/>
            </a:solidFill>
            <a:ln cap="sq" cmpd="sng" w="38100">
              <a:solidFill>
                <a:srgbClr val="F1F2F2"/>
              </a:solidFill>
              <a:prstDash val="solid"/>
              <a:miter lim="8000"/>
              <a:headEnd len="sm" w="sm" type="none"/>
              <a:tailEnd len="sm" w="sm" type="none"/>
            </a:ln>
          </p:spPr>
        </p:sp>
        <p:sp>
          <p:nvSpPr>
            <p:cNvPr id="205" name="Google Shape;205;p9"/>
            <p:cNvSpPr txBox="1"/>
            <p:nvPr/>
          </p:nvSpPr>
          <p:spPr>
            <a:xfrm>
              <a:off x="0" y="-38100"/>
              <a:ext cx="2070638" cy="49379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06" name="Google Shape;206;p9"/>
          <p:cNvSpPr/>
          <p:nvPr/>
        </p:nvSpPr>
        <p:spPr>
          <a:xfrm>
            <a:off x="-1109662" y="-911620"/>
            <a:ext cx="2942276" cy="2942276"/>
          </a:xfrm>
          <a:custGeom>
            <a:rect b="b" l="l" r="r" t="t"/>
            <a:pathLst>
              <a:path extrusionOk="0" h="2942276" w="2942276">
                <a:moveTo>
                  <a:pt x="0" y="0"/>
                </a:moveTo>
                <a:lnTo>
                  <a:pt x="2942276" y="0"/>
                </a:lnTo>
                <a:lnTo>
                  <a:pt x="2942276" y="2942276"/>
                </a:lnTo>
                <a:lnTo>
                  <a:pt x="0" y="2942276"/>
                </a:lnTo>
                <a:lnTo>
                  <a:pt x="0" y="0"/>
                </a:lnTo>
                <a:close/>
              </a:path>
            </a:pathLst>
          </a:custGeom>
          <a:blipFill rotWithShape="1">
            <a:blip r:embed="rId4">
              <a:alphaModFix/>
            </a:blip>
            <a:stretch>
              <a:fillRect b="0" l="0" r="0" t="0"/>
            </a:stretch>
          </a:blipFill>
          <a:ln>
            <a:noFill/>
          </a:ln>
        </p:spPr>
      </p:sp>
      <p:sp>
        <p:nvSpPr>
          <p:cNvPr id="207" name="Google Shape;207;p9"/>
          <p:cNvSpPr/>
          <p:nvPr/>
        </p:nvSpPr>
        <p:spPr>
          <a:xfrm flipH="1">
            <a:off x="15561698" y="480251"/>
            <a:ext cx="3395204" cy="1049427"/>
          </a:xfrm>
          <a:custGeom>
            <a:rect b="b" l="l" r="r" t="t"/>
            <a:pathLst>
              <a:path extrusionOk="0" h="1049427" w="3395204">
                <a:moveTo>
                  <a:pt x="3395204" y="0"/>
                </a:moveTo>
                <a:lnTo>
                  <a:pt x="0" y="0"/>
                </a:lnTo>
                <a:lnTo>
                  <a:pt x="0" y="1049427"/>
                </a:lnTo>
                <a:lnTo>
                  <a:pt x="3395204" y="1049427"/>
                </a:lnTo>
                <a:lnTo>
                  <a:pt x="3395204" y="0"/>
                </a:lnTo>
                <a:close/>
              </a:path>
            </a:pathLst>
          </a:custGeom>
          <a:blipFill rotWithShape="1">
            <a:blip r:embed="rId5">
              <a:alphaModFix/>
            </a:blip>
            <a:stretch>
              <a:fillRect b="0" l="0" r="0" t="0"/>
            </a:stretch>
          </a:blipFill>
          <a:ln>
            <a:noFill/>
          </a:ln>
        </p:spPr>
      </p:sp>
      <p:sp>
        <p:nvSpPr>
          <p:cNvPr id="208" name="Google Shape;208;p9"/>
          <p:cNvSpPr txBox="1"/>
          <p:nvPr/>
        </p:nvSpPr>
        <p:spPr>
          <a:xfrm>
            <a:off x="3871802" y="292249"/>
            <a:ext cx="10544400" cy="7707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5007">
                <a:latin typeface="Fredoka"/>
                <a:ea typeface="Fredoka"/>
                <a:cs typeface="Fredoka"/>
                <a:sym typeface="Fredoka"/>
              </a:rPr>
              <a:t>BLOCK DIAGRAM</a:t>
            </a:r>
            <a:endParaRPr/>
          </a:p>
        </p:txBody>
      </p:sp>
      <p:grpSp>
        <p:nvGrpSpPr>
          <p:cNvPr id="209" name="Google Shape;209;p9"/>
          <p:cNvGrpSpPr/>
          <p:nvPr/>
        </p:nvGrpSpPr>
        <p:grpSpPr>
          <a:xfrm>
            <a:off x="7287054" y="2535813"/>
            <a:ext cx="11569322" cy="1893512"/>
            <a:chOff x="0" y="-149514"/>
            <a:chExt cx="15425762" cy="2524682"/>
          </a:xfrm>
        </p:grpSpPr>
        <p:grpSp>
          <p:nvGrpSpPr>
            <p:cNvPr id="210" name="Google Shape;210;p9"/>
            <p:cNvGrpSpPr/>
            <p:nvPr/>
          </p:nvGrpSpPr>
          <p:grpSpPr>
            <a:xfrm>
              <a:off x="0" y="-149514"/>
              <a:ext cx="15425762" cy="2381833"/>
              <a:chOff x="0" y="-38100"/>
              <a:chExt cx="3930870" cy="606951"/>
            </a:xfrm>
          </p:grpSpPr>
          <p:sp>
            <p:nvSpPr>
              <p:cNvPr id="211" name="Google Shape;211;p9"/>
              <p:cNvSpPr/>
              <p:nvPr/>
            </p:nvSpPr>
            <p:spPr>
              <a:xfrm>
                <a:off x="0" y="0"/>
                <a:ext cx="3930870" cy="568851"/>
              </a:xfrm>
              <a:custGeom>
                <a:rect b="b" l="l" r="r" t="t"/>
                <a:pathLst>
                  <a:path extrusionOk="0" h="568851" w="3930870">
                    <a:moveTo>
                      <a:pt x="0" y="0"/>
                    </a:moveTo>
                    <a:lnTo>
                      <a:pt x="3930870" y="0"/>
                    </a:lnTo>
                    <a:lnTo>
                      <a:pt x="3930870" y="568851"/>
                    </a:lnTo>
                    <a:lnTo>
                      <a:pt x="0" y="568851"/>
                    </a:lnTo>
                    <a:close/>
                  </a:path>
                </a:pathLst>
              </a:custGeom>
              <a:solidFill>
                <a:srgbClr val="F1F2F2"/>
              </a:solidFill>
              <a:ln>
                <a:noFill/>
              </a:ln>
            </p:spPr>
          </p:sp>
          <p:sp>
            <p:nvSpPr>
              <p:cNvPr id="212" name="Google Shape;212;p9"/>
              <p:cNvSpPr txBox="1"/>
              <p:nvPr/>
            </p:nvSpPr>
            <p:spPr>
              <a:xfrm>
                <a:off x="0" y="-38100"/>
                <a:ext cx="3930870" cy="606951"/>
              </a:xfrm>
              <a:prstGeom prst="rect">
                <a:avLst/>
              </a:prstGeom>
              <a:noFill/>
              <a:ln>
                <a:noFill/>
              </a:ln>
            </p:spPr>
            <p:txBody>
              <a:bodyPr anchorCtr="0" anchor="ctr" bIns="50800" lIns="50800" spcFirstLastPara="1" rIns="50800" wrap="square" tIns="50800">
                <a:noAutofit/>
              </a:bodyPr>
              <a:lstStyle/>
              <a:p>
                <a:pPr indent="0" lvl="0" marL="0" marR="0" rtl="0" algn="ctr">
                  <a:lnSpc>
                    <a:spcPct val="147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13" name="Google Shape;213;p9"/>
            <p:cNvSpPr txBox="1"/>
            <p:nvPr/>
          </p:nvSpPr>
          <p:spPr>
            <a:xfrm>
              <a:off x="5954028" y="441068"/>
              <a:ext cx="7478100" cy="1934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480" u="none" cap="none" strike="noStrike">
                  <a:solidFill>
                    <a:srgbClr val="000000"/>
                  </a:solidFill>
                  <a:latin typeface="Nunito"/>
                  <a:ea typeface="Nunito"/>
                  <a:cs typeface="Nunito"/>
                  <a:sym typeface="Nunito"/>
                </a:rPr>
                <a:t> Understand user needs and system expectations, considering limitations of existing systems.</a:t>
              </a:r>
              <a:endParaRPr/>
            </a:p>
          </p:txBody>
        </p:sp>
        <p:sp>
          <p:nvSpPr>
            <p:cNvPr id="214" name="Google Shape;214;p9"/>
            <p:cNvSpPr txBox="1"/>
            <p:nvPr/>
          </p:nvSpPr>
          <p:spPr>
            <a:xfrm>
              <a:off x="1340195" y="513968"/>
              <a:ext cx="3436800" cy="129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635" u="none" cap="none" strike="noStrike">
                  <a:solidFill>
                    <a:srgbClr val="000000"/>
                  </a:solidFill>
                  <a:latin typeface="Fredoka"/>
                  <a:ea typeface="Fredoka"/>
                  <a:cs typeface="Fredoka"/>
                  <a:sym typeface="Fredoka"/>
                </a:rPr>
                <a:t>REQUIREMENTS ANALYSIS</a:t>
              </a:r>
              <a:endParaRPr/>
            </a:p>
          </p:txBody>
        </p:sp>
        <p:cxnSp>
          <p:nvCxnSpPr>
            <p:cNvPr id="215" name="Google Shape;215;p9"/>
            <p:cNvCxnSpPr/>
            <p:nvPr/>
          </p:nvCxnSpPr>
          <p:spPr>
            <a:xfrm flipH="1" rot="10800000">
              <a:off x="5167687" y="203164"/>
              <a:ext cx="19102" cy="1904747"/>
            </a:xfrm>
            <a:prstGeom prst="straightConnector1">
              <a:avLst/>
            </a:prstGeom>
            <a:noFill/>
            <a:ln cap="flat" cmpd="sng" w="98425">
              <a:solidFill>
                <a:srgbClr val="DDDEDE"/>
              </a:solidFill>
              <a:prstDash val="solid"/>
              <a:round/>
              <a:headEnd len="sm" w="sm" type="none"/>
              <a:tailEnd len="sm" w="sm" type="none"/>
            </a:ln>
          </p:spPr>
        </p:cxnSp>
      </p:grpSp>
      <p:grpSp>
        <p:nvGrpSpPr>
          <p:cNvPr id="216" name="Google Shape;216;p9"/>
          <p:cNvGrpSpPr/>
          <p:nvPr/>
        </p:nvGrpSpPr>
        <p:grpSpPr>
          <a:xfrm>
            <a:off x="7287191" y="4693864"/>
            <a:ext cx="11569322" cy="2040761"/>
            <a:chOff x="0" y="-135733"/>
            <a:chExt cx="15425762" cy="2721014"/>
          </a:xfrm>
        </p:grpSpPr>
        <p:grpSp>
          <p:nvGrpSpPr>
            <p:cNvPr id="217" name="Google Shape;217;p9"/>
            <p:cNvGrpSpPr/>
            <p:nvPr/>
          </p:nvGrpSpPr>
          <p:grpSpPr>
            <a:xfrm>
              <a:off x="0" y="-135733"/>
              <a:ext cx="15425762" cy="2417364"/>
              <a:chOff x="0" y="-38100"/>
              <a:chExt cx="4329978" cy="678549"/>
            </a:xfrm>
          </p:grpSpPr>
          <p:sp>
            <p:nvSpPr>
              <p:cNvPr id="218" name="Google Shape;218;p9"/>
              <p:cNvSpPr/>
              <p:nvPr/>
            </p:nvSpPr>
            <p:spPr>
              <a:xfrm>
                <a:off x="0" y="0"/>
                <a:ext cx="4329978" cy="640449"/>
              </a:xfrm>
              <a:custGeom>
                <a:rect b="b" l="l" r="r" t="t"/>
                <a:pathLst>
                  <a:path extrusionOk="0" h="640449" w="4329978">
                    <a:moveTo>
                      <a:pt x="0" y="0"/>
                    </a:moveTo>
                    <a:lnTo>
                      <a:pt x="4329978" y="0"/>
                    </a:lnTo>
                    <a:lnTo>
                      <a:pt x="4329978" y="640449"/>
                    </a:lnTo>
                    <a:lnTo>
                      <a:pt x="0" y="640449"/>
                    </a:lnTo>
                    <a:close/>
                  </a:path>
                </a:pathLst>
              </a:custGeom>
              <a:solidFill>
                <a:srgbClr val="F1F2F2"/>
              </a:solidFill>
              <a:ln>
                <a:noFill/>
              </a:ln>
            </p:spPr>
          </p:sp>
          <p:sp>
            <p:nvSpPr>
              <p:cNvPr id="219" name="Google Shape;219;p9"/>
              <p:cNvSpPr txBox="1"/>
              <p:nvPr/>
            </p:nvSpPr>
            <p:spPr>
              <a:xfrm>
                <a:off x="0" y="-38100"/>
                <a:ext cx="4329978" cy="678549"/>
              </a:xfrm>
              <a:prstGeom prst="rect">
                <a:avLst/>
              </a:prstGeom>
              <a:noFill/>
              <a:ln>
                <a:noFill/>
              </a:ln>
            </p:spPr>
            <p:txBody>
              <a:bodyPr anchorCtr="0" anchor="ctr" bIns="50800" lIns="50800" spcFirstLastPara="1" rIns="50800" wrap="square" tIns="50800">
                <a:noAutofit/>
              </a:bodyPr>
              <a:lstStyle/>
              <a:p>
                <a:pPr indent="0" lvl="0" marL="0" marR="0" rtl="0" algn="ctr">
                  <a:lnSpc>
                    <a:spcPct val="147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20" name="Google Shape;220;p9"/>
            <p:cNvSpPr txBox="1"/>
            <p:nvPr/>
          </p:nvSpPr>
          <p:spPr>
            <a:xfrm>
              <a:off x="5843512" y="182581"/>
              <a:ext cx="7744800" cy="2402700"/>
            </a:xfrm>
            <a:prstGeom prst="rect">
              <a:avLst/>
            </a:prstGeom>
            <a:noFill/>
            <a:ln>
              <a:noFill/>
            </a:ln>
          </p:spPr>
          <p:txBody>
            <a:bodyPr anchorCtr="0" anchor="t" bIns="0" lIns="0" spcFirstLastPara="1" rIns="0" wrap="square" tIns="0">
              <a:spAutoFit/>
            </a:bodyPr>
            <a:lstStyle/>
            <a:p>
              <a:pPr indent="0" lvl="0" marL="0" marR="0" rtl="0" algn="l">
                <a:lnSpc>
                  <a:spcPct val="140026"/>
                </a:lnSpc>
                <a:spcBef>
                  <a:spcPts val="0"/>
                </a:spcBef>
                <a:spcAft>
                  <a:spcPts val="0"/>
                </a:spcAft>
                <a:buNone/>
              </a:pPr>
              <a:r>
                <a:rPr b="0" i="0" lang="en-US" sz="2251" u="none" cap="none" strike="noStrike">
                  <a:solidFill>
                    <a:srgbClr val="000000"/>
                  </a:solidFill>
                  <a:latin typeface="Nunito"/>
                  <a:ea typeface="Nunito"/>
                  <a:cs typeface="Nunito"/>
                  <a:sym typeface="Nunito"/>
                </a:rPr>
                <a:t>Gather and clean a diverse dataset of website URLs, ensuring representation of both legitimate and phishing sites.</a:t>
              </a:r>
              <a:endParaRPr/>
            </a:p>
            <a:p>
              <a:pPr indent="0" lvl="0" marL="0" marR="0" rtl="0" algn="l">
                <a:lnSpc>
                  <a:spcPct val="140026"/>
                </a:lnSpc>
                <a:spcBef>
                  <a:spcPts val="0"/>
                </a:spcBef>
                <a:spcAft>
                  <a:spcPts val="0"/>
                </a:spcAft>
                <a:buNone/>
              </a:pPr>
              <a:r>
                <a:t/>
              </a:r>
              <a:endParaRPr b="0" i="0" sz="2251" u="none" cap="none" strike="noStrike">
                <a:solidFill>
                  <a:srgbClr val="000000"/>
                </a:solidFill>
                <a:latin typeface="Nunito"/>
                <a:ea typeface="Nunito"/>
                <a:cs typeface="Nunito"/>
                <a:sym typeface="Nunito"/>
              </a:endParaRPr>
            </a:p>
          </p:txBody>
        </p:sp>
        <p:sp>
          <p:nvSpPr>
            <p:cNvPr id="221" name="Google Shape;221;p9"/>
            <p:cNvSpPr txBox="1"/>
            <p:nvPr/>
          </p:nvSpPr>
          <p:spPr>
            <a:xfrm>
              <a:off x="976310" y="315581"/>
              <a:ext cx="3800700" cy="1865700"/>
            </a:xfrm>
            <a:prstGeom prst="rect">
              <a:avLst/>
            </a:prstGeom>
            <a:noFill/>
            <a:ln>
              <a:noFill/>
            </a:ln>
          </p:spPr>
          <p:txBody>
            <a:bodyPr anchorCtr="0" anchor="t" bIns="0" lIns="0" spcFirstLastPara="1" rIns="0" wrap="square" tIns="0">
              <a:spAutoFit/>
            </a:bodyPr>
            <a:lstStyle/>
            <a:p>
              <a:pPr indent="0" lvl="0" marL="0" marR="0" rtl="0" algn="l">
                <a:lnSpc>
                  <a:spcPct val="140008"/>
                </a:lnSpc>
                <a:spcBef>
                  <a:spcPts val="0"/>
                </a:spcBef>
                <a:spcAft>
                  <a:spcPts val="0"/>
                </a:spcAft>
                <a:buNone/>
              </a:pPr>
              <a:r>
                <a:rPr b="0" i="0" lang="en-US" sz="2392" u="none" cap="none" strike="noStrike">
                  <a:solidFill>
                    <a:srgbClr val="000000"/>
                  </a:solidFill>
                  <a:latin typeface="Fredoka"/>
                  <a:ea typeface="Fredoka"/>
                  <a:cs typeface="Fredoka"/>
                  <a:sym typeface="Fredoka"/>
                </a:rPr>
                <a:t>DATA COLLECTION AND PREPROCESSING</a:t>
              </a:r>
              <a:endParaRPr/>
            </a:p>
          </p:txBody>
        </p:sp>
        <p:cxnSp>
          <p:nvCxnSpPr>
            <p:cNvPr id="222" name="Google Shape;222;p9"/>
            <p:cNvCxnSpPr/>
            <p:nvPr/>
          </p:nvCxnSpPr>
          <p:spPr>
            <a:xfrm flipH="1" rot="10800000">
              <a:off x="5167687" y="184438"/>
              <a:ext cx="19102" cy="1729180"/>
            </a:xfrm>
            <a:prstGeom prst="straightConnector1">
              <a:avLst/>
            </a:prstGeom>
            <a:noFill/>
            <a:ln cap="flat" cmpd="sng" w="89350">
              <a:solidFill>
                <a:srgbClr val="DDDEDE"/>
              </a:solidFill>
              <a:prstDash val="solid"/>
              <a:round/>
              <a:headEnd len="sm" w="sm" type="none"/>
              <a:tailEnd len="sm" w="sm" type="none"/>
            </a:ln>
          </p:spPr>
        </p:cxnSp>
      </p:grpSp>
      <p:grpSp>
        <p:nvGrpSpPr>
          <p:cNvPr id="223" name="Google Shape;223;p9"/>
          <p:cNvGrpSpPr/>
          <p:nvPr/>
        </p:nvGrpSpPr>
        <p:grpSpPr>
          <a:xfrm>
            <a:off x="7286225" y="7135524"/>
            <a:ext cx="15266118" cy="2079226"/>
            <a:chOff x="0" y="-66498"/>
            <a:chExt cx="20129375" cy="2772301"/>
          </a:xfrm>
        </p:grpSpPr>
        <p:grpSp>
          <p:nvGrpSpPr>
            <p:cNvPr id="224" name="Google Shape;224;p9"/>
            <p:cNvGrpSpPr/>
            <p:nvPr/>
          </p:nvGrpSpPr>
          <p:grpSpPr>
            <a:xfrm>
              <a:off x="0" y="-66498"/>
              <a:ext cx="20129375" cy="2470865"/>
              <a:chOff x="0" y="-19014"/>
              <a:chExt cx="5755642" cy="706500"/>
            </a:xfrm>
          </p:grpSpPr>
          <p:sp>
            <p:nvSpPr>
              <p:cNvPr id="225" name="Google Shape;225;p9"/>
              <p:cNvSpPr/>
              <p:nvPr/>
            </p:nvSpPr>
            <p:spPr>
              <a:xfrm>
                <a:off x="0" y="0"/>
                <a:ext cx="4410726" cy="668469"/>
              </a:xfrm>
              <a:custGeom>
                <a:rect b="b" l="l" r="r" t="t"/>
                <a:pathLst>
                  <a:path extrusionOk="0" h="668469" w="4410726">
                    <a:moveTo>
                      <a:pt x="0" y="0"/>
                    </a:moveTo>
                    <a:lnTo>
                      <a:pt x="4410726" y="0"/>
                    </a:lnTo>
                    <a:lnTo>
                      <a:pt x="4410726" y="668469"/>
                    </a:lnTo>
                    <a:lnTo>
                      <a:pt x="0" y="668469"/>
                    </a:lnTo>
                    <a:close/>
                  </a:path>
                </a:pathLst>
              </a:custGeom>
              <a:solidFill>
                <a:srgbClr val="F1F2F2"/>
              </a:solidFill>
              <a:ln>
                <a:noFill/>
              </a:ln>
            </p:spPr>
          </p:sp>
          <p:sp>
            <p:nvSpPr>
              <p:cNvPr id="226" name="Google Shape;226;p9"/>
              <p:cNvSpPr txBox="1"/>
              <p:nvPr/>
            </p:nvSpPr>
            <p:spPr>
              <a:xfrm>
                <a:off x="1345042" y="-19014"/>
                <a:ext cx="4410600" cy="706500"/>
              </a:xfrm>
              <a:prstGeom prst="rect">
                <a:avLst/>
              </a:prstGeom>
              <a:noFill/>
              <a:ln>
                <a:noFill/>
              </a:ln>
            </p:spPr>
            <p:txBody>
              <a:bodyPr anchorCtr="0" anchor="ctr" bIns="50800" lIns="50800" spcFirstLastPara="1" rIns="50800" wrap="square" tIns="50800">
                <a:noAutofit/>
              </a:bodyPr>
              <a:lstStyle/>
              <a:p>
                <a:pPr indent="0" lvl="0" marL="0" marR="0" rtl="0" algn="ctr">
                  <a:lnSpc>
                    <a:spcPct val="147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27" name="Google Shape;227;p9"/>
            <p:cNvSpPr txBox="1"/>
            <p:nvPr/>
          </p:nvSpPr>
          <p:spPr>
            <a:xfrm>
              <a:off x="6048028" y="347203"/>
              <a:ext cx="7267200" cy="2358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210" u="none" cap="none" strike="noStrike">
                  <a:solidFill>
                    <a:srgbClr val="000000"/>
                  </a:solidFill>
                  <a:latin typeface="Nunito"/>
                  <a:ea typeface="Nunito"/>
                  <a:cs typeface="Nunito"/>
                  <a:sym typeface="Nunito"/>
                </a:rPr>
                <a:t>Extract relevant features such as domain age, URL length, and presence of HTTPS, selecting those most indicative of phishing.</a:t>
              </a:r>
              <a:endParaRPr/>
            </a:p>
            <a:p>
              <a:pPr indent="0" lvl="0" marL="0" marR="0" rtl="0" algn="l">
                <a:lnSpc>
                  <a:spcPct val="140000"/>
                </a:lnSpc>
                <a:spcBef>
                  <a:spcPts val="0"/>
                </a:spcBef>
                <a:spcAft>
                  <a:spcPts val="0"/>
                </a:spcAft>
                <a:buNone/>
              </a:pPr>
              <a:r>
                <a:t/>
              </a:r>
              <a:endParaRPr b="0" i="0" sz="2210" u="none" cap="none" strike="noStrike">
                <a:solidFill>
                  <a:srgbClr val="000000"/>
                </a:solidFill>
                <a:latin typeface="Nunito"/>
                <a:ea typeface="Nunito"/>
                <a:cs typeface="Nunito"/>
                <a:sym typeface="Nunito"/>
              </a:endParaRPr>
            </a:p>
          </p:txBody>
        </p:sp>
        <p:sp>
          <p:nvSpPr>
            <p:cNvPr id="228" name="Google Shape;228;p9"/>
            <p:cNvSpPr txBox="1"/>
            <p:nvPr/>
          </p:nvSpPr>
          <p:spPr>
            <a:xfrm>
              <a:off x="1071319" y="174603"/>
              <a:ext cx="3632700" cy="1675500"/>
            </a:xfrm>
            <a:prstGeom prst="rect">
              <a:avLst/>
            </a:prstGeom>
            <a:noFill/>
            <a:ln>
              <a:noFill/>
            </a:ln>
          </p:spPr>
          <p:txBody>
            <a:bodyPr anchorCtr="0" anchor="t" bIns="0" lIns="0" spcFirstLastPara="1" rIns="0" wrap="square" tIns="0">
              <a:spAutoFit/>
            </a:bodyPr>
            <a:lstStyle/>
            <a:p>
              <a:pPr indent="0" lvl="0" marL="0" marR="0" rtl="0" algn="l">
                <a:lnSpc>
                  <a:spcPct val="140037"/>
                </a:lnSpc>
                <a:spcBef>
                  <a:spcPts val="0"/>
                </a:spcBef>
                <a:spcAft>
                  <a:spcPts val="0"/>
                </a:spcAft>
                <a:buNone/>
              </a:pPr>
              <a:r>
                <a:rPr b="0" i="0" lang="en-US" sz="2148" u="none" cap="none" strike="noStrike">
                  <a:solidFill>
                    <a:srgbClr val="000000"/>
                  </a:solidFill>
                  <a:latin typeface="Fredoka"/>
                  <a:ea typeface="Fredoka"/>
                  <a:cs typeface="Fredoka"/>
                  <a:sym typeface="Fredoka"/>
                </a:rPr>
                <a:t>FEATURE EXTRACTION AND SELECTION</a:t>
              </a:r>
              <a:endParaRPr/>
            </a:p>
          </p:txBody>
        </p:sp>
        <p:cxnSp>
          <p:nvCxnSpPr>
            <p:cNvPr id="229" name="Google Shape;229;p9"/>
            <p:cNvCxnSpPr/>
            <p:nvPr/>
          </p:nvCxnSpPr>
          <p:spPr>
            <a:xfrm flipH="1" rot="10800000">
              <a:off x="5271016" y="118"/>
              <a:ext cx="19200" cy="1697400"/>
            </a:xfrm>
            <a:prstGeom prst="straightConnector1">
              <a:avLst/>
            </a:prstGeom>
            <a:noFill/>
            <a:ln cap="flat" cmpd="sng" w="87725">
              <a:solidFill>
                <a:srgbClr val="DDDEDE"/>
              </a:solidFill>
              <a:prstDash val="solid"/>
              <a:round/>
              <a:headEnd len="sm" w="sm" type="none"/>
              <a:tailEnd len="sm" w="sm" type="none"/>
            </a:ln>
          </p:spPr>
        </p:cxnSp>
      </p:grpSp>
      <p:sp>
        <p:nvSpPr>
          <p:cNvPr id="230" name="Google Shape;230;p9"/>
          <p:cNvSpPr/>
          <p:nvPr/>
        </p:nvSpPr>
        <p:spPr>
          <a:xfrm>
            <a:off x="-324125" y="1496975"/>
            <a:ext cx="8343550" cy="8705517"/>
          </a:xfrm>
          <a:custGeom>
            <a:rect b="b" l="l" r="r" t="t"/>
            <a:pathLst>
              <a:path extrusionOk="0" h="9462518" w="6952958">
                <a:moveTo>
                  <a:pt x="0" y="0"/>
                </a:moveTo>
                <a:lnTo>
                  <a:pt x="6952958" y="0"/>
                </a:lnTo>
                <a:lnTo>
                  <a:pt x="6952958" y="9462518"/>
                </a:lnTo>
                <a:lnTo>
                  <a:pt x="0" y="9462518"/>
                </a:lnTo>
                <a:lnTo>
                  <a:pt x="0" y="0"/>
                </a:lnTo>
                <a:close/>
              </a:path>
            </a:pathLst>
          </a:custGeom>
          <a:blipFill rotWithShape="1">
            <a:blip r:embed="rId6">
              <a:alphaModFix/>
            </a:blip>
            <a:stretch>
              <a:fillRect b="0" l="0" r="0" t="0"/>
            </a:stretch>
          </a:blipFill>
          <a:ln>
            <a:noFill/>
          </a:ln>
        </p:spPr>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grpSp>
        <p:nvGrpSpPr>
          <p:cNvPr id="235" name="Google Shape;235;p10"/>
          <p:cNvGrpSpPr/>
          <p:nvPr/>
        </p:nvGrpSpPr>
        <p:grpSpPr>
          <a:xfrm>
            <a:off x="-1109662" y="0"/>
            <a:ext cx="20507325" cy="10287000"/>
            <a:chOff x="0" y="0"/>
            <a:chExt cx="27343100" cy="13716000"/>
          </a:xfrm>
        </p:grpSpPr>
        <p:sp>
          <p:nvSpPr>
            <p:cNvPr id="236" name="Google Shape;236;p10"/>
            <p:cNvSpPr/>
            <p:nvPr/>
          </p:nvSpPr>
          <p:spPr>
            <a:xfrm>
              <a:off x="0" y="0"/>
              <a:ext cx="13716000" cy="13716000"/>
            </a:xfrm>
            <a:custGeom>
              <a:rect b="b" l="l" r="r" t="t"/>
              <a:pathLst>
                <a:path extrusionOk="0" h="13716000" w="13716000">
                  <a:moveTo>
                    <a:pt x="0" y="0"/>
                  </a:moveTo>
                  <a:lnTo>
                    <a:pt x="13716000" y="0"/>
                  </a:lnTo>
                  <a:lnTo>
                    <a:pt x="13716000" y="13716000"/>
                  </a:lnTo>
                  <a:lnTo>
                    <a:pt x="0" y="13716000"/>
                  </a:lnTo>
                  <a:lnTo>
                    <a:pt x="0" y="0"/>
                  </a:lnTo>
                  <a:close/>
                </a:path>
              </a:pathLst>
            </a:custGeom>
            <a:blipFill rotWithShape="1">
              <a:blip r:embed="rId3">
                <a:alphaModFix/>
              </a:blip>
              <a:stretch>
                <a:fillRect b="0" l="0" r="0" t="0"/>
              </a:stretch>
            </a:blipFill>
            <a:ln>
              <a:noFill/>
            </a:ln>
          </p:spPr>
        </p:sp>
        <p:sp>
          <p:nvSpPr>
            <p:cNvPr id="237" name="Google Shape;237;p10"/>
            <p:cNvSpPr/>
            <p:nvPr/>
          </p:nvSpPr>
          <p:spPr>
            <a:xfrm>
              <a:off x="13627100" y="0"/>
              <a:ext cx="13716000" cy="13716000"/>
            </a:xfrm>
            <a:custGeom>
              <a:rect b="b" l="l" r="r" t="t"/>
              <a:pathLst>
                <a:path extrusionOk="0" h="13716000" w="13716000">
                  <a:moveTo>
                    <a:pt x="0" y="0"/>
                  </a:moveTo>
                  <a:lnTo>
                    <a:pt x="13716000" y="0"/>
                  </a:lnTo>
                  <a:lnTo>
                    <a:pt x="13716000" y="13716000"/>
                  </a:lnTo>
                  <a:lnTo>
                    <a:pt x="0" y="13716000"/>
                  </a:lnTo>
                  <a:lnTo>
                    <a:pt x="0" y="0"/>
                  </a:lnTo>
                  <a:close/>
                </a:path>
              </a:pathLst>
            </a:custGeom>
            <a:blipFill rotWithShape="1">
              <a:blip r:embed="rId3">
                <a:alphaModFix/>
              </a:blip>
              <a:stretch>
                <a:fillRect b="0" l="0" r="0" t="0"/>
              </a:stretch>
            </a:blipFill>
            <a:ln>
              <a:noFill/>
            </a:ln>
          </p:spPr>
        </p:sp>
      </p:grpSp>
      <p:grpSp>
        <p:nvGrpSpPr>
          <p:cNvPr id="238" name="Google Shape;238;p10"/>
          <p:cNvGrpSpPr/>
          <p:nvPr/>
        </p:nvGrpSpPr>
        <p:grpSpPr>
          <a:xfrm>
            <a:off x="4044233" y="151948"/>
            <a:ext cx="9700045" cy="1938664"/>
            <a:chOff x="0" y="-57150"/>
            <a:chExt cx="2554744" cy="510594"/>
          </a:xfrm>
        </p:grpSpPr>
        <p:sp>
          <p:nvSpPr>
            <p:cNvPr id="239" name="Google Shape;239;p10"/>
            <p:cNvSpPr/>
            <p:nvPr/>
          </p:nvSpPr>
          <p:spPr>
            <a:xfrm>
              <a:off x="0" y="0"/>
              <a:ext cx="2554744" cy="453444"/>
            </a:xfrm>
            <a:custGeom>
              <a:rect b="b" l="l" r="r" t="t"/>
              <a:pathLst>
                <a:path extrusionOk="0" h="453444" w="2554744">
                  <a:moveTo>
                    <a:pt x="0" y="0"/>
                  </a:moveTo>
                  <a:lnTo>
                    <a:pt x="2554744" y="0"/>
                  </a:lnTo>
                  <a:lnTo>
                    <a:pt x="2554744" y="453444"/>
                  </a:lnTo>
                  <a:lnTo>
                    <a:pt x="0" y="453444"/>
                  </a:lnTo>
                  <a:close/>
                </a:path>
              </a:pathLst>
            </a:custGeom>
            <a:solidFill>
              <a:srgbClr val="DDDEDE"/>
            </a:solidFill>
            <a:ln cap="sq" cmpd="sng" w="38100">
              <a:solidFill>
                <a:srgbClr val="F1F2F2"/>
              </a:solidFill>
              <a:prstDash val="solid"/>
              <a:miter lim="8000"/>
              <a:headEnd len="sm" w="sm" type="none"/>
              <a:tailEnd len="sm" w="sm" type="none"/>
            </a:ln>
          </p:spPr>
        </p:sp>
        <p:sp>
          <p:nvSpPr>
            <p:cNvPr id="240" name="Google Shape;240;p10"/>
            <p:cNvSpPr txBox="1"/>
            <p:nvPr/>
          </p:nvSpPr>
          <p:spPr>
            <a:xfrm>
              <a:off x="0" y="-57150"/>
              <a:ext cx="2554744" cy="51059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41" name="Google Shape;241;p10"/>
          <p:cNvSpPr/>
          <p:nvPr/>
        </p:nvSpPr>
        <p:spPr>
          <a:xfrm flipH="1" rot="-1536545">
            <a:off x="16487867" y="-61854"/>
            <a:ext cx="2537840" cy="2297899"/>
          </a:xfrm>
          <a:custGeom>
            <a:rect b="b" l="l" r="r" t="t"/>
            <a:pathLst>
              <a:path extrusionOk="0" h="2297899" w="2537840">
                <a:moveTo>
                  <a:pt x="2537840" y="0"/>
                </a:moveTo>
                <a:lnTo>
                  <a:pt x="0" y="0"/>
                </a:lnTo>
                <a:lnTo>
                  <a:pt x="0" y="2297898"/>
                </a:lnTo>
                <a:lnTo>
                  <a:pt x="2537840" y="2297898"/>
                </a:lnTo>
                <a:lnTo>
                  <a:pt x="2537840" y="0"/>
                </a:lnTo>
                <a:close/>
              </a:path>
            </a:pathLst>
          </a:custGeom>
          <a:blipFill rotWithShape="1">
            <a:blip r:embed="rId4">
              <a:alphaModFix/>
            </a:blip>
            <a:stretch>
              <a:fillRect b="0" l="0" r="0" t="0"/>
            </a:stretch>
          </a:blipFill>
          <a:ln>
            <a:noFill/>
          </a:ln>
        </p:spPr>
      </p:sp>
      <p:sp>
        <p:nvSpPr>
          <p:cNvPr id="242" name="Google Shape;242;p10"/>
          <p:cNvSpPr txBox="1"/>
          <p:nvPr/>
        </p:nvSpPr>
        <p:spPr>
          <a:xfrm>
            <a:off x="4543721" y="584891"/>
            <a:ext cx="9200700" cy="924600"/>
          </a:xfrm>
          <a:prstGeom prst="rect">
            <a:avLst/>
          </a:prstGeom>
          <a:noFill/>
          <a:ln>
            <a:noFill/>
          </a:ln>
        </p:spPr>
        <p:txBody>
          <a:bodyPr anchorCtr="0" anchor="t" bIns="0" lIns="0" spcFirstLastPara="1" rIns="0" wrap="square" tIns="0">
            <a:spAutoFit/>
          </a:bodyPr>
          <a:lstStyle/>
          <a:p>
            <a:pPr indent="0" lvl="0" marL="0" marR="0" rtl="0" algn="ctr">
              <a:lnSpc>
                <a:spcPct val="140003"/>
              </a:lnSpc>
              <a:spcBef>
                <a:spcPts val="0"/>
              </a:spcBef>
              <a:spcAft>
                <a:spcPts val="0"/>
              </a:spcAft>
              <a:buNone/>
            </a:pPr>
            <a:r>
              <a:rPr b="1" lang="en-US" sz="6007">
                <a:latin typeface="Fredoka"/>
                <a:ea typeface="Fredoka"/>
                <a:cs typeface="Fredoka"/>
                <a:sym typeface="Fredoka"/>
              </a:rPr>
              <a:t>BLOCK DIAGRAM</a:t>
            </a:r>
            <a:r>
              <a:rPr b="1" i="0" lang="en-US" sz="6007" u="none" cap="none" strike="noStrike">
                <a:solidFill>
                  <a:srgbClr val="000000"/>
                </a:solidFill>
                <a:latin typeface="Fredoka"/>
                <a:ea typeface="Fredoka"/>
                <a:cs typeface="Fredoka"/>
                <a:sym typeface="Fredoka"/>
              </a:rPr>
              <a:t> </a:t>
            </a:r>
            <a:endParaRPr/>
          </a:p>
        </p:txBody>
      </p:sp>
      <p:sp>
        <p:nvSpPr>
          <p:cNvPr id="243" name="Google Shape;243;p10"/>
          <p:cNvSpPr/>
          <p:nvPr/>
        </p:nvSpPr>
        <p:spPr>
          <a:xfrm flipH="1" rot="9999176">
            <a:off x="-1316676" y="1716564"/>
            <a:ext cx="2537840" cy="2297899"/>
          </a:xfrm>
          <a:custGeom>
            <a:rect b="b" l="l" r="r" t="t"/>
            <a:pathLst>
              <a:path extrusionOk="0" h="2297899" w="2537840">
                <a:moveTo>
                  <a:pt x="2537840" y="0"/>
                </a:moveTo>
                <a:lnTo>
                  <a:pt x="0" y="0"/>
                </a:lnTo>
                <a:lnTo>
                  <a:pt x="0" y="2297898"/>
                </a:lnTo>
                <a:lnTo>
                  <a:pt x="2537840" y="2297898"/>
                </a:lnTo>
                <a:lnTo>
                  <a:pt x="2537840" y="0"/>
                </a:lnTo>
                <a:close/>
              </a:path>
            </a:pathLst>
          </a:custGeom>
          <a:blipFill rotWithShape="1">
            <a:blip r:embed="rId4">
              <a:alphaModFix/>
            </a:blip>
            <a:stretch>
              <a:fillRect b="0" l="0" r="0" t="0"/>
            </a:stretch>
          </a:blipFill>
          <a:ln>
            <a:noFill/>
          </a:ln>
        </p:spPr>
      </p:sp>
      <p:grpSp>
        <p:nvGrpSpPr>
          <p:cNvPr id="244" name="Google Shape;244;p10"/>
          <p:cNvGrpSpPr/>
          <p:nvPr/>
        </p:nvGrpSpPr>
        <p:grpSpPr>
          <a:xfrm>
            <a:off x="1452123" y="2052021"/>
            <a:ext cx="15383753" cy="2648695"/>
            <a:chOff x="0" y="-57150"/>
            <a:chExt cx="4051688" cy="697599"/>
          </a:xfrm>
        </p:grpSpPr>
        <p:sp>
          <p:nvSpPr>
            <p:cNvPr id="245" name="Google Shape;245;p10"/>
            <p:cNvSpPr/>
            <p:nvPr/>
          </p:nvSpPr>
          <p:spPr>
            <a:xfrm>
              <a:off x="0" y="0"/>
              <a:ext cx="4051688" cy="640449"/>
            </a:xfrm>
            <a:custGeom>
              <a:rect b="b" l="l" r="r" t="t"/>
              <a:pathLst>
                <a:path extrusionOk="0" h="640449" w="4051688">
                  <a:moveTo>
                    <a:pt x="0" y="0"/>
                  </a:moveTo>
                  <a:lnTo>
                    <a:pt x="4051688" y="0"/>
                  </a:lnTo>
                  <a:lnTo>
                    <a:pt x="4051688" y="640449"/>
                  </a:lnTo>
                  <a:lnTo>
                    <a:pt x="0" y="640449"/>
                  </a:lnTo>
                  <a:close/>
                </a:path>
              </a:pathLst>
            </a:custGeom>
            <a:solidFill>
              <a:srgbClr val="F1F2F2"/>
            </a:solidFill>
            <a:ln>
              <a:noFill/>
            </a:ln>
          </p:spPr>
        </p:sp>
        <p:sp>
          <p:nvSpPr>
            <p:cNvPr id="246" name="Google Shape;246;p10"/>
            <p:cNvSpPr txBox="1"/>
            <p:nvPr/>
          </p:nvSpPr>
          <p:spPr>
            <a:xfrm>
              <a:off x="0" y="-57150"/>
              <a:ext cx="4051688" cy="69759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47" name="Google Shape;247;p10"/>
          <p:cNvSpPr txBox="1"/>
          <p:nvPr/>
        </p:nvSpPr>
        <p:spPr>
          <a:xfrm>
            <a:off x="7092408" y="2634916"/>
            <a:ext cx="9479419" cy="166179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200" u="none" cap="none" strike="noStrike">
                <a:solidFill>
                  <a:srgbClr val="000000"/>
                </a:solidFill>
                <a:latin typeface="Nunito"/>
                <a:ea typeface="Nunito"/>
                <a:cs typeface="Nunito"/>
                <a:sym typeface="Nunito"/>
              </a:rPr>
              <a:t>Choose algorithms like Logistic Regression and XG Boost, train models on the dataset, and optimize parameters through techniques like cross-validation.</a:t>
            </a:r>
            <a:endParaRPr/>
          </a:p>
        </p:txBody>
      </p:sp>
      <p:sp>
        <p:nvSpPr>
          <p:cNvPr id="248" name="Google Shape;248;p10"/>
          <p:cNvSpPr txBox="1"/>
          <p:nvPr/>
        </p:nvSpPr>
        <p:spPr>
          <a:xfrm>
            <a:off x="1983452" y="2900664"/>
            <a:ext cx="4232454" cy="117094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400" u="none" cap="none" strike="noStrike">
                <a:solidFill>
                  <a:srgbClr val="000000"/>
                </a:solidFill>
                <a:latin typeface="Fredoka"/>
                <a:ea typeface="Fredoka"/>
                <a:cs typeface="Fredoka"/>
                <a:sym typeface="Fredoka"/>
              </a:rPr>
              <a:t>MODEL SELECTION AND TRAINING</a:t>
            </a:r>
            <a:endParaRPr/>
          </a:p>
        </p:txBody>
      </p:sp>
      <p:cxnSp>
        <p:nvCxnSpPr>
          <p:cNvPr id="249" name="Google Shape;249;p10"/>
          <p:cNvCxnSpPr/>
          <p:nvPr/>
        </p:nvCxnSpPr>
        <p:spPr>
          <a:xfrm flipH="1" rot="10800000">
            <a:off x="6605737" y="2611031"/>
            <a:ext cx="19050" cy="1842916"/>
          </a:xfrm>
          <a:prstGeom prst="straightConnector1">
            <a:avLst/>
          </a:prstGeom>
          <a:noFill/>
          <a:ln cap="flat" cmpd="sng" w="95250">
            <a:solidFill>
              <a:srgbClr val="DDDEDE"/>
            </a:solidFill>
            <a:prstDash val="solid"/>
            <a:round/>
            <a:headEnd len="sm" w="sm" type="none"/>
            <a:tailEnd len="sm" w="sm" type="none"/>
          </a:ln>
        </p:spPr>
      </p:cxnSp>
      <p:grpSp>
        <p:nvGrpSpPr>
          <p:cNvPr id="250" name="Google Shape;250;p10"/>
          <p:cNvGrpSpPr/>
          <p:nvPr/>
        </p:nvGrpSpPr>
        <p:grpSpPr>
          <a:xfrm>
            <a:off x="1452123" y="4681175"/>
            <a:ext cx="15542761" cy="2648695"/>
            <a:chOff x="0" y="-57150"/>
            <a:chExt cx="4093567" cy="697599"/>
          </a:xfrm>
        </p:grpSpPr>
        <p:sp>
          <p:nvSpPr>
            <p:cNvPr id="251" name="Google Shape;251;p10"/>
            <p:cNvSpPr/>
            <p:nvPr/>
          </p:nvSpPr>
          <p:spPr>
            <a:xfrm>
              <a:off x="0" y="0"/>
              <a:ext cx="4093567" cy="640449"/>
            </a:xfrm>
            <a:custGeom>
              <a:rect b="b" l="l" r="r" t="t"/>
              <a:pathLst>
                <a:path extrusionOk="0" h="640449" w="4093567">
                  <a:moveTo>
                    <a:pt x="0" y="0"/>
                  </a:moveTo>
                  <a:lnTo>
                    <a:pt x="4093567" y="0"/>
                  </a:lnTo>
                  <a:lnTo>
                    <a:pt x="4093567" y="640449"/>
                  </a:lnTo>
                  <a:lnTo>
                    <a:pt x="0" y="640449"/>
                  </a:lnTo>
                  <a:close/>
                </a:path>
              </a:pathLst>
            </a:custGeom>
            <a:solidFill>
              <a:srgbClr val="F1F2F2"/>
            </a:solidFill>
            <a:ln>
              <a:noFill/>
            </a:ln>
          </p:spPr>
        </p:sp>
        <p:sp>
          <p:nvSpPr>
            <p:cNvPr id="252" name="Google Shape;252;p10"/>
            <p:cNvSpPr txBox="1"/>
            <p:nvPr/>
          </p:nvSpPr>
          <p:spPr>
            <a:xfrm>
              <a:off x="0" y="-57150"/>
              <a:ext cx="4093567" cy="69759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53" name="Google Shape;253;p10"/>
          <p:cNvSpPr txBox="1"/>
          <p:nvPr/>
        </p:nvSpPr>
        <p:spPr>
          <a:xfrm>
            <a:off x="6952549" y="4979516"/>
            <a:ext cx="9979575" cy="222377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200" u="none" cap="none" strike="noStrike">
                <a:solidFill>
                  <a:srgbClr val="000000"/>
                </a:solidFill>
                <a:latin typeface="Nunito"/>
                <a:ea typeface="Nunito"/>
                <a:cs typeface="Nunito"/>
                <a:sym typeface="Nunito"/>
              </a:rPr>
              <a:t>Assess model performance using metrics like accuracy, precision, recall, and F1-score, ensuring a comprehensive understanding of detection capabilities.</a:t>
            </a:r>
            <a:endParaRPr/>
          </a:p>
          <a:p>
            <a:pPr indent="0" lvl="0" marL="0" marR="0" rtl="0" algn="l">
              <a:lnSpc>
                <a:spcPct val="140000"/>
              </a:lnSpc>
              <a:spcBef>
                <a:spcPts val="0"/>
              </a:spcBef>
              <a:spcAft>
                <a:spcPts val="0"/>
              </a:spcAft>
              <a:buNone/>
            </a:pPr>
            <a:r>
              <a:t/>
            </a:r>
            <a:endParaRPr b="0" i="0" sz="3200" u="none" cap="none" strike="noStrike">
              <a:solidFill>
                <a:srgbClr val="000000"/>
              </a:solidFill>
              <a:latin typeface="Nunito"/>
              <a:ea typeface="Nunito"/>
              <a:cs typeface="Nunito"/>
              <a:sym typeface="Nunito"/>
            </a:endParaRPr>
          </a:p>
        </p:txBody>
      </p:sp>
      <p:sp>
        <p:nvSpPr>
          <p:cNvPr id="254" name="Google Shape;254;p10"/>
          <p:cNvSpPr txBox="1"/>
          <p:nvPr/>
        </p:nvSpPr>
        <p:spPr>
          <a:xfrm>
            <a:off x="1802473" y="5482194"/>
            <a:ext cx="4413433" cy="117094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400" u="none" cap="none" strike="noStrike">
                <a:solidFill>
                  <a:srgbClr val="000000"/>
                </a:solidFill>
                <a:latin typeface="Fredoka"/>
                <a:ea typeface="Fredoka"/>
                <a:cs typeface="Fredoka"/>
                <a:sym typeface="Fredoka"/>
              </a:rPr>
              <a:t>EVALUATION METRICS</a:t>
            </a:r>
            <a:endParaRPr/>
          </a:p>
        </p:txBody>
      </p:sp>
      <p:cxnSp>
        <p:nvCxnSpPr>
          <p:cNvPr id="255" name="Google Shape;255;p10"/>
          <p:cNvCxnSpPr/>
          <p:nvPr/>
        </p:nvCxnSpPr>
        <p:spPr>
          <a:xfrm flipH="1" rot="10800000">
            <a:off x="6605737" y="5094736"/>
            <a:ext cx="19050" cy="1842916"/>
          </a:xfrm>
          <a:prstGeom prst="straightConnector1">
            <a:avLst/>
          </a:prstGeom>
          <a:noFill/>
          <a:ln cap="flat" cmpd="sng" w="95250">
            <a:solidFill>
              <a:srgbClr val="DDDEDE"/>
            </a:solidFill>
            <a:prstDash val="solid"/>
            <a:round/>
            <a:headEnd len="sm" w="sm" type="none"/>
            <a:tailEnd len="sm" w="sm" type="none"/>
          </a:ln>
        </p:spPr>
      </p:cxnSp>
      <p:grpSp>
        <p:nvGrpSpPr>
          <p:cNvPr id="256" name="Google Shape;256;p10"/>
          <p:cNvGrpSpPr/>
          <p:nvPr/>
        </p:nvGrpSpPr>
        <p:grpSpPr>
          <a:xfrm>
            <a:off x="1452123" y="7389104"/>
            <a:ext cx="15383753" cy="2755087"/>
            <a:chOff x="0" y="-57150"/>
            <a:chExt cx="4051688" cy="725619"/>
          </a:xfrm>
        </p:grpSpPr>
        <p:sp>
          <p:nvSpPr>
            <p:cNvPr id="257" name="Google Shape;257;p10"/>
            <p:cNvSpPr/>
            <p:nvPr/>
          </p:nvSpPr>
          <p:spPr>
            <a:xfrm>
              <a:off x="0" y="0"/>
              <a:ext cx="4051688" cy="668469"/>
            </a:xfrm>
            <a:custGeom>
              <a:rect b="b" l="l" r="r" t="t"/>
              <a:pathLst>
                <a:path extrusionOk="0" h="668469" w="4051688">
                  <a:moveTo>
                    <a:pt x="0" y="0"/>
                  </a:moveTo>
                  <a:lnTo>
                    <a:pt x="4051688" y="0"/>
                  </a:lnTo>
                  <a:lnTo>
                    <a:pt x="4051688" y="668469"/>
                  </a:lnTo>
                  <a:lnTo>
                    <a:pt x="0" y="668469"/>
                  </a:lnTo>
                  <a:close/>
                </a:path>
              </a:pathLst>
            </a:custGeom>
            <a:solidFill>
              <a:srgbClr val="F1F2F2"/>
            </a:solidFill>
            <a:ln>
              <a:noFill/>
            </a:ln>
          </p:spPr>
        </p:sp>
        <p:sp>
          <p:nvSpPr>
            <p:cNvPr id="258" name="Google Shape;258;p10"/>
            <p:cNvSpPr txBox="1"/>
            <p:nvPr/>
          </p:nvSpPr>
          <p:spPr>
            <a:xfrm>
              <a:off x="0" y="-57150"/>
              <a:ext cx="4051688" cy="72561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59" name="Google Shape;259;p10"/>
          <p:cNvSpPr txBox="1"/>
          <p:nvPr/>
        </p:nvSpPr>
        <p:spPr>
          <a:xfrm>
            <a:off x="7389944" y="7920421"/>
            <a:ext cx="9104784" cy="166179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200" u="none" cap="none" strike="noStrike">
                <a:solidFill>
                  <a:srgbClr val="000000"/>
                </a:solidFill>
                <a:latin typeface="Nunito"/>
                <a:ea typeface="Nunito"/>
                <a:cs typeface="Nunito"/>
                <a:sym typeface="Nunito"/>
              </a:rPr>
              <a:t>Design an intuitive interface for user interaction, allowing seamless input of URLs and clear display of detection results.</a:t>
            </a:r>
            <a:endParaRPr/>
          </a:p>
        </p:txBody>
      </p:sp>
      <p:sp>
        <p:nvSpPr>
          <p:cNvPr id="260" name="Google Shape;260;p10"/>
          <p:cNvSpPr txBox="1"/>
          <p:nvPr/>
        </p:nvSpPr>
        <p:spPr>
          <a:xfrm>
            <a:off x="1802473" y="8139496"/>
            <a:ext cx="4156254" cy="117094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400" u="none" cap="none" strike="noStrike">
                <a:solidFill>
                  <a:srgbClr val="000000"/>
                </a:solidFill>
                <a:latin typeface="Fredoka"/>
                <a:ea typeface="Fredoka"/>
                <a:cs typeface="Fredoka"/>
                <a:sym typeface="Fredoka"/>
              </a:rPr>
              <a:t>USER INTERFACE DEVELOPMENT</a:t>
            </a:r>
            <a:endParaRPr/>
          </a:p>
        </p:txBody>
      </p:sp>
      <p:cxnSp>
        <p:nvCxnSpPr>
          <p:cNvPr id="261" name="Google Shape;261;p10"/>
          <p:cNvCxnSpPr/>
          <p:nvPr/>
        </p:nvCxnSpPr>
        <p:spPr>
          <a:xfrm flipH="1" rot="10800000">
            <a:off x="6605737" y="7802665"/>
            <a:ext cx="19050" cy="1842916"/>
          </a:xfrm>
          <a:prstGeom prst="straightConnector1">
            <a:avLst/>
          </a:prstGeom>
          <a:noFill/>
          <a:ln cap="flat" cmpd="sng" w="95250">
            <a:solidFill>
              <a:srgbClr val="DDDEDE"/>
            </a:solidFill>
            <a:prstDash val="solid"/>
            <a:round/>
            <a:headEnd len="sm" w="sm" type="none"/>
            <a:tailEnd len="sm" w="sm"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grpSp>
        <p:nvGrpSpPr>
          <p:cNvPr id="266" name="Google Shape;266;p13"/>
          <p:cNvGrpSpPr/>
          <p:nvPr/>
        </p:nvGrpSpPr>
        <p:grpSpPr>
          <a:xfrm>
            <a:off x="-1119188" y="0"/>
            <a:ext cx="20507325" cy="10287000"/>
            <a:chOff x="0" y="0"/>
            <a:chExt cx="27343100" cy="13716000"/>
          </a:xfrm>
        </p:grpSpPr>
        <p:sp>
          <p:nvSpPr>
            <p:cNvPr id="267" name="Google Shape;267;p13"/>
            <p:cNvSpPr/>
            <p:nvPr/>
          </p:nvSpPr>
          <p:spPr>
            <a:xfrm>
              <a:off x="0" y="0"/>
              <a:ext cx="13716000" cy="13716000"/>
            </a:xfrm>
            <a:custGeom>
              <a:rect b="b" l="l" r="r" t="t"/>
              <a:pathLst>
                <a:path extrusionOk="0" h="13716000" w="13716000">
                  <a:moveTo>
                    <a:pt x="0" y="0"/>
                  </a:moveTo>
                  <a:lnTo>
                    <a:pt x="13716000" y="0"/>
                  </a:lnTo>
                  <a:lnTo>
                    <a:pt x="13716000" y="13716000"/>
                  </a:lnTo>
                  <a:lnTo>
                    <a:pt x="0" y="13716000"/>
                  </a:lnTo>
                  <a:lnTo>
                    <a:pt x="0" y="0"/>
                  </a:lnTo>
                  <a:close/>
                </a:path>
              </a:pathLst>
            </a:custGeom>
            <a:blipFill rotWithShape="1">
              <a:blip r:embed="rId3">
                <a:alphaModFix/>
              </a:blip>
              <a:stretch>
                <a:fillRect b="0" l="0" r="0" t="0"/>
              </a:stretch>
            </a:blipFill>
            <a:ln>
              <a:noFill/>
            </a:ln>
          </p:spPr>
        </p:sp>
        <p:sp>
          <p:nvSpPr>
            <p:cNvPr id="268" name="Google Shape;268;p13"/>
            <p:cNvSpPr/>
            <p:nvPr/>
          </p:nvSpPr>
          <p:spPr>
            <a:xfrm>
              <a:off x="13627100" y="0"/>
              <a:ext cx="13716000" cy="13716000"/>
            </a:xfrm>
            <a:custGeom>
              <a:rect b="b" l="l" r="r" t="t"/>
              <a:pathLst>
                <a:path extrusionOk="0" h="13716000" w="13716000">
                  <a:moveTo>
                    <a:pt x="0" y="0"/>
                  </a:moveTo>
                  <a:lnTo>
                    <a:pt x="13716000" y="0"/>
                  </a:lnTo>
                  <a:lnTo>
                    <a:pt x="13716000" y="13716000"/>
                  </a:lnTo>
                  <a:lnTo>
                    <a:pt x="0" y="13716000"/>
                  </a:lnTo>
                  <a:lnTo>
                    <a:pt x="0" y="0"/>
                  </a:lnTo>
                  <a:close/>
                </a:path>
              </a:pathLst>
            </a:custGeom>
            <a:blipFill rotWithShape="1">
              <a:blip r:embed="rId3">
                <a:alphaModFix/>
              </a:blip>
              <a:stretch>
                <a:fillRect b="0" l="0" r="0" t="0"/>
              </a:stretch>
            </a:blipFill>
            <a:ln>
              <a:noFill/>
            </a:ln>
          </p:spPr>
        </p:sp>
      </p:grpSp>
      <p:grpSp>
        <p:nvGrpSpPr>
          <p:cNvPr id="269" name="Google Shape;269;p13"/>
          <p:cNvGrpSpPr/>
          <p:nvPr/>
        </p:nvGrpSpPr>
        <p:grpSpPr>
          <a:xfrm>
            <a:off x="4771756" y="336159"/>
            <a:ext cx="8725438" cy="2319824"/>
            <a:chOff x="0" y="-57150"/>
            <a:chExt cx="2298058" cy="610982"/>
          </a:xfrm>
        </p:grpSpPr>
        <p:sp>
          <p:nvSpPr>
            <p:cNvPr id="270" name="Google Shape;270;p13"/>
            <p:cNvSpPr/>
            <p:nvPr/>
          </p:nvSpPr>
          <p:spPr>
            <a:xfrm>
              <a:off x="0" y="0"/>
              <a:ext cx="2298058" cy="553832"/>
            </a:xfrm>
            <a:custGeom>
              <a:rect b="b" l="l" r="r" t="t"/>
              <a:pathLst>
                <a:path extrusionOk="0" h="553832" w="2298058">
                  <a:moveTo>
                    <a:pt x="0" y="0"/>
                  </a:moveTo>
                  <a:lnTo>
                    <a:pt x="2298058" y="0"/>
                  </a:lnTo>
                  <a:lnTo>
                    <a:pt x="2298058" y="553832"/>
                  </a:lnTo>
                  <a:lnTo>
                    <a:pt x="0" y="553832"/>
                  </a:lnTo>
                  <a:close/>
                </a:path>
              </a:pathLst>
            </a:custGeom>
            <a:solidFill>
              <a:srgbClr val="DDDEDE"/>
            </a:solidFill>
            <a:ln cap="sq" cmpd="sng" w="38100">
              <a:solidFill>
                <a:srgbClr val="F1F2F2"/>
              </a:solidFill>
              <a:prstDash val="solid"/>
              <a:miter lim="8000"/>
              <a:headEnd len="sm" w="sm" type="none"/>
              <a:tailEnd len="sm" w="sm" type="none"/>
            </a:ln>
          </p:spPr>
        </p:sp>
        <p:sp>
          <p:nvSpPr>
            <p:cNvPr id="271" name="Google Shape;271;p13"/>
            <p:cNvSpPr txBox="1"/>
            <p:nvPr/>
          </p:nvSpPr>
          <p:spPr>
            <a:xfrm>
              <a:off x="0" y="-57150"/>
              <a:ext cx="2298058" cy="610982"/>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72" name="Google Shape;272;p13"/>
          <p:cNvSpPr/>
          <p:nvPr/>
        </p:nvSpPr>
        <p:spPr>
          <a:xfrm>
            <a:off x="-815744" y="-688896"/>
            <a:ext cx="2942276" cy="2942276"/>
          </a:xfrm>
          <a:custGeom>
            <a:rect b="b" l="l" r="r" t="t"/>
            <a:pathLst>
              <a:path extrusionOk="0" h="2942276" w="2942276">
                <a:moveTo>
                  <a:pt x="0" y="0"/>
                </a:moveTo>
                <a:lnTo>
                  <a:pt x="2942276" y="0"/>
                </a:lnTo>
                <a:lnTo>
                  <a:pt x="2942276" y="2942276"/>
                </a:lnTo>
                <a:lnTo>
                  <a:pt x="0" y="2942276"/>
                </a:lnTo>
                <a:lnTo>
                  <a:pt x="0" y="0"/>
                </a:lnTo>
                <a:close/>
              </a:path>
            </a:pathLst>
          </a:custGeom>
          <a:blipFill rotWithShape="1">
            <a:blip r:embed="rId4">
              <a:alphaModFix/>
            </a:blip>
            <a:stretch>
              <a:fillRect b="0" l="0" r="0" t="0"/>
            </a:stretch>
          </a:blipFill>
          <a:ln>
            <a:noFill/>
          </a:ln>
        </p:spPr>
      </p:sp>
      <p:sp>
        <p:nvSpPr>
          <p:cNvPr id="273" name="Google Shape;273;p13"/>
          <p:cNvSpPr/>
          <p:nvPr/>
        </p:nvSpPr>
        <p:spPr>
          <a:xfrm flipH="1">
            <a:off x="15561698" y="480251"/>
            <a:ext cx="3395204" cy="1049427"/>
          </a:xfrm>
          <a:custGeom>
            <a:rect b="b" l="l" r="r" t="t"/>
            <a:pathLst>
              <a:path extrusionOk="0" h="1049427" w="3395204">
                <a:moveTo>
                  <a:pt x="3395204" y="0"/>
                </a:moveTo>
                <a:lnTo>
                  <a:pt x="0" y="0"/>
                </a:lnTo>
                <a:lnTo>
                  <a:pt x="0" y="1049427"/>
                </a:lnTo>
                <a:lnTo>
                  <a:pt x="3395204" y="1049427"/>
                </a:lnTo>
                <a:lnTo>
                  <a:pt x="3395204" y="0"/>
                </a:lnTo>
                <a:close/>
              </a:path>
            </a:pathLst>
          </a:custGeom>
          <a:blipFill rotWithShape="1">
            <a:blip r:embed="rId5">
              <a:alphaModFix/>
            </a:blip>
            <a:stretch>
              <a:fillRect b="0" l="0" r="0" t="0"/>
            </a:stretch>
          </a:blipFill>
          <a:ln>
            <a:noFill/>
          </a:ln>
        </p:spPr>
      </p:sp>
      <p:sp>
        <p:nvSpPr>
          <p:cNvPr id="274" name="Google Shape;274;p13"/>
          <p:cNvSpPr txBox="1"/>
          <p:nvPr/>
        </p:nvSpPr>
        <p:spPr>
          <a:xfrm>
            <a:off x="3314857" y="677467"/>
            <a:ext cx="10764598" cy="17494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5000" u="none" cap="none" strike="noStrike">
                <a:solidFill>
                  <a:srgbClr val="000000"/>
                </a:solidFill>
                <a:latin typeface="Fredoka"/>
                <a:ea typeface="Fredoka"/>
                <a:cs typeface="Fredoka"/>
                <a:sym typeface="Fredoka"/>
              </a:rPr>
              <a:t>HARDWARE </a:t>
            </a:r>
            <a:endParaRPr/>
          </a:p>
          <a:p>
            <a:pPr indent="0" lvl="0" marL="0" marR="0" rtl="0" algn="ctr">
              <a:lnSpc>
                <a:spcPct val="140000"/>
              </a:lnSpc>
              <a:spcBef>
                <a:spcPts val="0"/>
              </a:spcBef>
              <a:spcAft>
                <a:spcPts val="0"/>
              </a:spcAft>
              <a:buNone/>
            </a:pPr>
            <a:r>
              <a:rPr b="1" i="0" lang="en-US" sz="5000" u="none" cap="none" strike="noStrike">
                <a:solidFill>
                  <a:srgbClr val="000000"/>
                </a:solidFill>
                <a:latin typeface="Fredoka"/>
                <a:ea typeface="Fredoka"/>
                <a:cs typeface="Fredoka"/>
                <a:sym typeface="Fredoka"/>
              </a:rPr>
              <a:t>REQUIREMENTS</a:t>
            </a:r>
            <a:endParaRPr/>
          </a:p>
        </p:txBody>
      </p:sp>
      <p:sp>
        <p:nvSpPr>
          <p:cNvPr id="275" name="Google Shape;275;p13"/>
          <p:cNvSpPr txBox="1"/>
          <p:nvPr/>
        </p:nvSpPr>
        <p:spPr>
          <a:xfrm>
            <a:off x="1510980" y="3853814"/>
            <a:ext cx="8395699" cy="1289686"/>
          </a:xfrm>
          <a:prstGeom prst="rect">
            <a:avLst/>
          </a:prstGeom>
          <a:noFill/>
          <a:ln>
            <a:noFill/>
          </a:ln>
        </p:spPr>
        <p:txBody>
          <a:bodyPr anchorCtr="0" anchor="t" bIns="0" lIns="0" spcFirstLastPara="1" rIns="0" wrap="square" tIns="0">
            <a:spAutoFit/>
          </a:bodyPr>
          <a:lstStyle/>
          <a:p>
            <a:pPr indent="-410205" lvl="1" marL="820409" marR="0" rtl="0" algn="just">
              <a:lnSpc>
                <a:spcPct val="140010"/>
              </a:lnSpc>
              <a:spcBef>
                <a:spcPts val="0"/>
              </a:spcBef>
              <a:spcAft>
                <a:spcPts val="0"/>
              </a:spcAft>
              <a:buClr>
                <a:srgbClr val="000000"/>
              </a:buClr>
              <a:buSzPts val="3799"/>
              <a:buFont typeface="Arial"/>
              <a:buChar char="•"/>
            </a:pPr>
            <a:r>
              <a:rPr b="1" i="0" lang="en-US" sz="3799" u="none" cap="none" strike="noStrike">
                <a:solidFill>
                  <a:srgbClr val="000000"/>
                </a:solidFill>
                <a:latin typeface="Poppins"/>
                <a:ea typeface="Poppins"/>
                <a:cs typeface="Poppins"/>
                <a:sym typeface="Poppins"/>
              </a:rPr>
              <a:t>CPU</a:t>
            </a:r>
            <a:endParaRPr/>
          </a:p>
          <a:p>
            <a:pPr indent="0" lvl="0" marL="0" marR="0" rtl="0" algn="just">
              <a:lnSpc>
                <a:spcPct val="140011"/>
              </a:lnSpc>
              <a:spcBef>
                <a:spcPts val="0"/>
              </a:spcBef>
              <a:spcAft>
                <a:spcPts val="0"/>
              </a:spcAft>
              <a:buNone/>
            </a:pPr>
            <a:r>
              <a:rPr b="1" i="0" lang="en-US" sz="3399" u="none" cap="none" strike="noStrike">
                <a:solidFill>
                  <a:srgbClr val="000000"/>
                </a:solidFill>
                <a:latin typeface="Poppins"/>
                <a:ea typeface="Poppins"/>
                <a:cs typeface="Poppins"/>
                <a:sym typeface="Poppins"/>
              </a:rPr>
              <a:t>       </a:t>
            </a:r>
            <a:r>
              <a:rPr b="0" i="0" lang="en-US" sz="3399" u="none" cap="none" strike="noStrike">
                <a:solidFill>
                  <a:srgbClr val="000000"/>
                </a:solidFill>
                <a:latin typeface="Poppins"/>
                <a:ea typeface="Poppins"/>
                <a:cs typeface="Poppins"/>
                <a:sym typeface="Poppins"/>
              </a:rPr>
              <a:t>Processor: Intel Core i5 or Ryzen 5</a:t>
            </a:r>
            <a:endParaRPr/>
          </a:p>
        </p:txBody>
      </p:sp>
      <p:sp>
        <p:nvSpPr>
          <p:cNvPr id="276" name="Google Shape;276;p13"/>
          <p:cNvSpPr txBox="1"/>
          <p:nvPr/>
        </p:nvSpPr>
        <p:spPr>
          <a:xfrm>
            <a:off x="1309231" y="5386034"/>
            <a:ext cx="11040324" cy="1289685"/>
          </a:xfrm>
          <a:prstGeom prst="rect">
            <a:avLst/>
          </a:prstGeom>
          <a:noFill/>
          <a:ln>
            <a:noFill/>
          </a:ln>
        </p:spPr>
        <p:txBody>
          <a:bodyPr anchorCtr="0" anchor="t" bIns="0" lIns="0" spcFirstLastPara="1" rIns="0" wrap="square" tIns="0">
            <a:spAutoFit/>
          </a:bodyPr>
          <a:lstStyle/>
          <a:p>
            <a:pPr indent="-431800" lvl="1" marL="863599" marR="0" rtl="0" algn="l">
              <a:lnSpc>
                <a:spcPct val="140010"/>
              </a:lnSpc>
              <a:spcBef>
                <a:spcPts val="0"/>
              </a:spcBef>
              <a:spcAft>
                <a:spcPts val="0"/>
              </a:spcAft>
              <a:buClr>
                <a:srgbClr val="000000"/>
              </a:buClr>
              <a:buSzPts val="3999"/>
              <a:buFont typeface="Arial"/>
              <a:buChar char="•"/>
            </a:pPr>
            <a:r>
              <a:rPr b="1" i="0" lang="en-US" sz="3999" u="none" cap="none" strike="noStrike">
                <a:solidFill>
                  <a:srgbClr val="000000"/>
                </a:solidFill>
                <a:latin typeface="Poppins"/>
                <a:ea typeface="Poppins"/>
                <a:cs typeface="Poppins"/>
                <a:sym typeface="Poppins"/>
              </a:rPr>
              <a:t>GPU</a:t>
            </a:r>
            <a:endParaRPr/>
          </a:p>
          <a:p>
            <a:pPr indent="0" lvl="0" marL="0" marR="0" rtl="0" algn="l">
              <a:lnSpc>
                <a:spcPct val="140000"/>
              </a:lnSpc>
              <a:spcBef>
                <a:spcPts val="0"/>
              </a:spcBef>
              <a:spcAft>
                <a:spcPts val="0"/>
              </a:spcAft>
              <a:buNone/>
            </a:pPr>
            <a:r>
              <a:rPr b="0" i="0" lang="en-US" sz="3200" u="none" cap="none" strike="noStrike">
                <a:solidFill>
                  <a:srgbClr val="000000"/>
                </a:solidFill>
                <a:latin typeface="Poppins"/>
                <a:ea typeface="Poppins"/>
                <a:cs typeface="Poppins"/>
                <a:sym typeface="Poppins"/>
              </a:rPr>
              <a:t>        Graphics: NVIDIA Graphics , Radeon Graphics </a:t>
            </a:r>
            <a:endParaRPr/>
          </a:p>
        </p:txBody>
      </p:sp>
      <p:sp>
        <p:nvSpPr>
          <p:cNvPr id="277" name="Google Shape;277;p13"/>
          <p:cNvSpPr txBox="1"/>
          <p:nvPr/>
        </p:nvSpPr>
        <p:spPr>
          <a:xfrm>
            <a:off x="1309231" y="6942419"/>
            <a:ext cx="10181651" cy="2413635"/>
          </a:xfrm>
          <a:prstGeom prst="rect">
            <a:avLst/>
          </a:prstGeom>
          <a:noFill/>
          <a:ln>
            <a:noFill/>
          </a:ln>
        </p:spPr>
        <p:txBody>
          <a:bodyPr anchorCtr="0" anchor="t" bIns="0" lIns="0" spcFirstLastPara="1" rIns="0" wrap="square" tIns="0">
            <a:spAutoFit/>
          </a:bodyPr>
          <a:lstStyle/>
          <a:p>
            <a:pPr indent="-431800" lvl="1" marL="863599" marR="0" rtl="0" algn="l">
              <a:lnSpc>
                <a:spcPct val="140010"/>
              </a:lnSpc>
              <a:spcBef>
                <a:spcPts val="0"/>
              </a:spcBef>
              <a:spcAft>
                <a:spcPts val="0"/>
              </a:spcAft>
              <a:buClr>
                <a:srgbClr val="000000"/>
              </a:buClr>
              <a:buSzPts val="3999"/>
              <a:buFont typeface="Arial"/>
              <a:buChar char="•"/>
            </a:pPr>
            <a:r>
              <a:rPr b="1" i="0" lang="en-US" sz="3999" u="none" cap="none" strike="noStrike">
                <a:solidFill>
                  <a:srgbClr val="000000"/>
                </a:solidFill>
                <a:latin typeface="Poppins"/>
                <a:ea typeface="Poppins"/>
                <a:cs typeface="Poppins"/>
                <a:sym typeface="Poppins"/>
              </a:rPr>
              <a:t>Memory</a:t>
            </a:r>
            <a:endParaRPr/>
          </a:p>
          <a:p>
            <a:pPr indent="0" lvl="0" marL="0" marR="0" rtl="0" algn="l">
              <a:lnSpc>
                <a:spcPct val="140000"/>
              </a:lnSpc>
              <a:spcBef>
                <a:spcPts val="0"/>
              </a:spcBef>
              <a:spcAft>
                <a:spcPts val="0"/>
              </a:spcAft>
              <a:buNone/>
            </a:pPr>
            <a:r>
              <a:rPr b="0" i="0" lang="en-US" sz="3200" u="none" cap="none" strike="noStrike">
                <a:solidFill>
                  <a:srgbClr val="000000"/>
                </a:solidFill>
                <a:latin typeface="Poppins"/>
                <a:ea typeface="Poppins"/>
                <a:cs typeface="Poppins"/>
                <a:sym typeface="Poppins"/>
              </a:rPr>
              <a:t>         Installed RAM: 8 GB OR 16 GB</a:t>
            </a:r>
            <a:endParaRPr/>
          </a:p>
          <a:p>
            <a:pPr indent="0" lvl="0" marL="0" marR="0" rtl="0" algn="l">
              <a:lnSpc>
                <a:spcPct val="140000"/>
              </a:lnSpc>
              <a:spcBef>
                <a:spcPts val="0"/>
              </a:spcBef>
              <a:spcAft>
                <a:spcPts val="0"/>
              </a:spcAft>
              <a:buNone/>
            </a:pPr>
            <a:r>
              <a:rPr b="0" i="0" lang="en-US" sz="3200" u="none" cap="none" strike="noStrike">
                <a:solidFill>
                  <a:srgbClr val="000000"/>
                </a:solidFill>
                <a:latin typeface="Poppins"/>
                <a:ea typeface="Poppins"/>
                <a:cs typeface="Poppins"/>
                <a:sym typeface="Poppins"/>
              </a:rPr>
              <a:t>         Installed ROM 516 GB or 1 TB</a:t>
            </a:r>
            <a:endParaRPr/>
          </a:p>
          <a:p>
            <a:pPr indent="0" lvl="0" marL="0" marR="0" rtl="0" algn="l">
              <a:lnSpc>
                <a:spcPct val="140000"/>
              </a:lnSpc>
              <a:spcBef>
                <a:spcPts val="0"/>
              </a:spcBef>
              <a:spcAft>
                <a:spcPts val="0"/>
              </a:spcAft>
              <a:buNone/>
            </a:pPr>
            <a:r>
              <a:t/>
            </a:r>
            <a:endParaRPr b="0" i="0" sz="3200" u="none" cap="none" strike="noStrike">
              <a:solidFill>
                <a:srgbClr val="000000"/>
              </a:solidFill>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grpSp>
        <p:nvGrpSpPr>
          <p:cNvPr id="282" name="Google Shape;282;p14"/>
          <p:cNvGrpSpPr/>
          <p:nvPr/>
        </p:nvGrpSpPr>
        <p:grpSpPr>
          <a:xfrm>
            <a:off x="-1119188" y="0"/>
            <a:ext cx="20507325" cy="10287000"/>
            <a:chOff x="0" y="0"/>
            <a:chExt cx="27343100" cy="13716000"/>
          </a:xfrm>
        </p:grpSpPr>
        <p:sp>
          <p:nvSpPr>
            <p:cNvPr id="283" name="Google Shape;283;p14"/>
            <p:cNvSpPr/>
            <p:nvPr/>
          </p:nvSpPr>
          <p:spPr>
            <a:xfrm>
              <a:off x="0" y="0"/>
              <a:ext cx="13716000" cy="13716000"/>
            </a:xfrm>
            <a:custGeom>
              <a:rect b="b" l="l" r="r" t="t"/>
              <a:pathLst>
                <a:path extrusionOk="0" h="13716000" w="13716000">
                  <a:moveTo>
                    <a:pt x="0" y="0"/>
                  </a:moveTo>
                  <a:lnTo>
                    <a:pt x="13716000" y="0"/>
                  </a:lnTo>
                  <a:lnTo>
                    <a:pt x="13716000" y="13716000"/>
                  </a:lnTo>
                  <a:lnTo>
                    <a:pt x="0" y="13716000"/>
                  </a:lnTo>
                  <a:lnTo>
                    <a:pt x="0" y="0"/>
                  </a:lnTo>
                  <a:close/>
                </a:path>
              </a:pathLst>
            </a:custGeom>
            <a:blipFill rotWithShape="1">
              <a:blip r:embed="rId3">
                <a:alphaModFix/>
              </a:blip>
              <a:stretch>
                <a:fillRect b="0" l="0" r="0" t="0"/>
              </a:stretch>
            </a:blipFill>
            <a:ln>
              <a:noFill/>
            </a:ln>
          </p:spPr>
        </p:sp>
        <p:sp>
          <p:nvSpPr>
            <p:cNvPr id="284" name="Google Shape;284;p14"/>
            <p:cNvSpPr/>
            <p:nvPr/>
          </p:nvSpPr>
          <p:spPr>
            <a:xfrm>
              <a:off x="13627100" y="0"/>
              <a:ext cx="13716000" cy="13716000"/>
            </a:xfrm>
            <a:custGeom>
              <a:rect b="b" l="l" r="r" t="t"/>
              <a:pathLst>
                <a:path extrusionOk="0" h="13716000" w="13716000">
                  <a:moveTo>
                    <a:pt x="0" y="0"/>
                  </a:moveTo>
                  <a:lnTo>
                    <a:pt x="13716000" y="0"/>
                  </a:lnTo>
                  <a:lnTo>
                    <a:pt x="13716000" y="13716000"/>
                  </a:lnTo>
                  <a:lnTo>
                    <a:pt x="0" y="13716000"/>
                  </a:lnTo>
                  <a:lnTo>
                    <a:pt x="0" y="0"/>
                  </a:lnTo>
                  <a:close/>
                </a:path>
              </a:pathLst>
            </a:custGeom>
            <a:blipFill rotWithShape="1">
              <a:blip r:embed="rId3">
                <a:alphaModFix/>
              </a:blip>
              <a:stretch>
                <a:fillRect b="0" l="0" r="0" t="0"/>
              </a:stretch>
            </a:blipFill>
            <a:ln>
              <a:noFill/>
            </a:ln>
          </p:spPr>
        </p:sp>
      </p:grpSp>
      <p:grpSp>
        <p:nvGrpSpPr>
          <p:cNvPr id="285" name="Google Shape;285;p14"/>
          <p:cNvGrpSpPr/>
          <p:nvPr/>
        </p:nvGrpSpPr>
        <p:grpSpPr>
          <a:xfrm>
            <a:off x="4358773" y="336159"/>
            <a:ext cx="8688698" cy="2319824"/>
            <a:chOff x="0" y="-57150"/>
            <a:chExt cx="2288381" cy="610982"/>
          </a:xfrm>
        </p:grpSpPr>
        <p:sp>
          <p:nvSpPr>
            <p:cNvPr id="286" name="Google Shape;286;p14"/>
            <p:cNvSpPr/>
            <p:nvPr/>
          </p:nvSpPr>
          <p:spPr>
            <a:xfrm>
              <a:off x="0" y="0"/>
              <a:ext cx="2288381" cy="553832"/>
            </a:xfrm>
            <a:custGeom>
              <a:rect b="b" l="l" r="r" t="t"/>
              <a:pathLst>
                <a:path extrusionOk="0" h="553832" w="2288381">
                  <a:moveTo>
                    <a:pt x="0" y="0"/>
                  </a:moveTo>
                  <a:lnTo>
                    <a:pt x="2288381" y="0"/>
                  </a:lnTo>
                  <a:lnTo>
                    <a:pt x="2288381" y="553832"/>
                  </a:lnTo>
                  <a:lnTo>
                    <a:pt x="0" y="553832"/>
                  </a:lnTo>
                  <a:close/>
                </a:path>
              </a:pathLst>
            </a:custGeom>
            <a:solidFill>
              <a:srgbClr val="DDDEDE"/>
            </a:solidFill>
            <a:ln cap="sq" cmpd="sng" w="38100">
              <a:solidFill>
                <a:srgbClr val="F1F2F2"/>
              </a:solidFill>
              <a:prstDash val="solid"/>
              <a:miter lim="8000"/>
              <a:headEnd len="sm" w="sm" type="none"/>
              <a:tailEnd len="sm" w="sm" type="none"/>
            </a:ln>
          </p:spPr>
        </p:sp>
        <p:sp>
          <p:nvSpPr>
            <p:cNvPr id="287" name="Google Shape;287;p14"/>
            <p:cNvSpPr txBox="1"/>
            <p:nvPr/>
          </p:nvSpPr>
          <p:spPr>
            <a:xfrm>
              <a:off x="0" y="-57150"/>
              <a:ext cx="2288381" cy="610982"/>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88" name="Google Shape;288;p14"/>
          <p:cNvSpPr/>
          <p:nvPr/>
        </p:nvSpPr>
        <p:spPr>
          <a:xfrm>
            <a:off x="-815744" y="-688896"/>
            <a:ext cx="2942276" cy="2942276"/>
          </a:xfrm>
          <a:custGeom>
            <a:rect b="b" l="l" r="r" t="t"/>
            <a:pathLst>
              <a:path extrusionOk="0" h="2942276" w="2942276">
                <a:moveTo>
                  <a:pt x="0" y="0"/>
                </a:moveTo>
                <a:lnTo>
                  <a:pt x="2942276" y="0"/>
                </a:lnTo>
                <a:lnTo>
                  <a:pt x="2942276" y="2942276"/>
                </a:lnTo>
                <a:lnTo>
                  <a:pt x="0" y="2942276"/>
                </a:lnTo>
                <a:lnTo>
                  <a:pt x="0" y="0"/>
                </a:lnTo>
                <a:close/>
              </a:path>
            </a:pathLst>
          </a:custGeom>
          <a:blipFill rotWithShape="1">
            <a:blip r:embed="rId4">
              <a:alphaModFix/>
            </a:blip>
            <a:stretch>
              <a:fillRect b="0" l="0" r="0" t="0"/>
            </a:stretch>
          </a:blipFill>
          <a:ln>
            <a:noFill/>
          </a:ln>
        </p:spPr>
      </p:sp>
      <p:sp>
        <p:nvSpPr>
          <p:cNvPr id="289" name="Google Shape;289;p14"/>
          <p:cNvSpPr/>
          <p:nvPr/>
        </p:nvSpPr>
        <p:spPr>
          <a:xfrm flipH="1">
            <a:off x="15561698" y="480251"/>
            <a:ext cx="3395204" cy="1049427"/>
          </a:xfrm>
          <a:custGeom>
            <a:rect b="b" l="l" r="r" t="t"/>
            <a:pathLst>
              <a:path extrusionOk="0" h="1049427" w="3395204">
                <a:moveTo>
                  <a:pt x="3395204" y="0"/>
                </a:moveTo>
                <a:lnTo>
                  <a:pt x="0" y="0"/>
                </a:lnTo>
                <a:lnTo>
                  <a:pt x="0" y="1049427"/>
                </a:lnTo>
                <a:lnTo>
                  <a:pt x="3395204" y="1049427"/>
                </a:lnTo>
                <a:lnTo>
                  <a:pt x="3395204" y="0"/>
                </a:lnTo>
                <a:close/>
              </a:path>
            </a:pathLst>
          </a:custGeom>
          <a:blipFill rotWithShape="1">
            <a:blip r:embed="rId5">
              <a:alphaModFix/>
            </a:blip>
            <a:stretch>
              <a:fillRect b="0" l="0" r="0" t="0"/>
            </a:stretch>
          </a:blipFill>
          <a:ln>
            <a:noFill/>
          </a:ln>
        </p:spPr>
      </p:sp>
      <p:sp>
        <p:nvSpPr>
          <p:cNvPr id="290" name="Google Shape;290;p14"/>
          <p:cNvSpPr txBox="1"/>
          <p:nvPr/>
        </p:nvSpPr>
        <p:spPr>
          <a:xfrm>
            <a:off x="3314857" y="677467"/>
            <a:ext cx="10764598" cy="17494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5000" u="none" cap="none" strike="noStrike">
                <a:solidFill>
                  <a:srgbClr val="000000"/>
                </a:solidFill>
                <a:latin typeface="Fredoka"/>
                <a:ea typeface="Fredoka"/>
                <a:cs typeface="Fredoka"/>
                <a:sym typeface="Fredoka"/>
              </a:rPr>
              <a:t>SOFTWARE </a:t>
            </a:r>
            <a:endParaRPr/>
          </a:p>
          <a:p>
            <a:pPr indent="0" lvl="0" marL="0" marR="0" rtl="0" algn="ctr">
              <a:lnSpc>
                <a:spcPct val="140000"/>
              </a:lnSpc>
              <a:spcBef>
                <a:spcPts val="0"/>
              </a:spcBef>
              <a:spcAft>
                <a:spcPts val="0"/>
              </a:spcAft>
              <a:buNone/>
            </a:pPr>
            <a:r>
              <a:rPr b="1" i="0" lang="en-US" sz="5000" u="none" cap="none" strike="noStrike">
                <a:solidFill>
                  <a:srgbClr val="000000"/>
                </a:solidFill>
                <a:latin typeface="Fredoka"/>
                <a:ea typeface="Fredoka"/>
                <a:cs typeface="Fredoka"/>
                <a:sym typeface="Fredoka"/>
              </a:rPr>
              <a:t>REQUIREMENTS</a:t>
            </a:r>
            <a:endParaRPr/>
          </a:p>
        </p:txBody>
      </p:sp>
      <p:sp>
        <p:nvSpPr>
          <p:cNvPr id="291" name="Google Shape;291;p14"/>
          <p:cNvSpPr txBox="1"/>
          <p:nvPr/>
        </p:nvSpPr>
        <p:spPr>
          <a:xfrm>
            <a:off x="1510980" y="3853814"/>
            <a:ext cx="14384286" cy="1289686"/>
          </a:xfrm>
          <a:prstGeom prst="rect">
            <a:avLst/>
          </a:prstGeom>
          <a:noFill/>
          <a:ln>
            <a:noFill/>
          </a:ln>
        </p:spPr>
        <p:txBody>
          <a:bodyPr anchorCtr="0" anchor="t" bIns="0" lIns="0" spcFirstLastPara="1" rIns="0" wrap="square" tIns="0">
            <a:spAutoFit/>
          </a:bodyPr>
          <a:lstStyle/>
          <a:p>
            <a:pPr indent="-410205" lvl="1" marL="820409" marR="0" rtl="0" algn="just">
              <a:lnSpc>
                <a:spcPct val="140010"/>
              </a:lnSpc>
              <a:spcBef>
                <a:spcPts val="0"/>
              </a:spcBef>
              <a:spcAft>
                <a:spcPts val="0"/>
              </a:spcAft>
              <a:buClr>
                <a:srgbClr val="000000"/>
              </a:buClr>
              <a:buSzPts val="3799"/>
              <a:buFont typeface="Arial"/>
              <a:buChar char="•"/>
            </a:pPr>
            <a:r>
              <a:rPr b="1" i="0" lang="en-US" sz="3799" u="none" cap="none" strike="noStrike">
                <a:solidFill>
                  <a:srgbClr val="000000"/>
                </a:solidFill>
                <a:latin typeface="Poppins"/>
                <a:ea typeface="Poppins"/>
                <a:cs typeface="Poppins"/>
                <a:sym typeface="Poppins"/>
              </a:rPr>
              <a:t>Operating System</a:t>
            </a:r>
            <a:endParaRPr/>
          </a:p>
          <a:p>
            <a:pPr indent="0" lvl="0" marL="0" marR="0" rtl="0" algn="just">
              <a:lnSpc>
                <a:spcPct val="140011"/>
              </a:lnSpc>
              <a:spcBef>
                <a:spcPts val="0"/>
              </a:spcBef>
              <a:spcAft>
                <a:spcPts val="0"/>
              </a:spcAft>
              <a:buNone/>
            </a:pPr>
            <a:r>
              <a:rPr b="1" i="0" lang="en-US" sz="3399" u="none" cap="none" strike="noStrike">
                <a:solidFill>
                  <a:srgbClr val="000000"/>
                </a:solidFill>
                <a:latin typeface="Poppins"/>
                <a:ea typeface="Poppins"/>
                <a:cs typeface="Poppins"/>
                <a:sym typeface="Poppins"/>
              </a:rPr>
              <a:t>       </a:t>
            </a:r>
            <a:r>
              <a:rPr b="0" i="0" lang="en-US" sz="3399" u="none" cap="none" strike="noStrike">
                <a:solidFill>
                  <a:srgbClr val="000000"/>
                </a:solidFill>
                <a:latin typeface="Poppins"/>
                <a:ea typeface="Poppins"/>
                <a:cs typeface="Poppins"/>
                <a:sym typeface="Poppins"/>
              </a:rPr>
              <a:t>Windows (64bit operating system</a:t>
            </a:r>
            <a:r>
              <a:rPr b="1" i="0" lang="en-US" sz="3399" u="none" cap="none" strike="noStrike">
                <a:solidFill>
                  <a:srgbClr val="000000"/>
                </a:solidFill>
                <a:latin typeface="Poppins"/>
                <a:ea typeface="Poppins"/>
                <a:cs typeface="Poppins"/>
                <a:sym typeface="Poppins"/>
              </a:rPr>
              <a:t>)</a:t>
            </a:r>
            <a:endParaRPr/>
          </a:p>
        </p:txBody>
      </p:sp>
      <p:sp>
        <p:nvSpPr>
          <p:cNvPr id="292" name="Google Shape;292;p14"/>
          <p:cNvSpPr txBox="1"/>
          <p:nvPr/>
        </p:nvSpPr>
        <p:spPr>
          <a:xfrm>
            <a:off x="1309231" y="5547959"/>
            <a:ext cx="12499975" cy="2413635"/>
          </a:xfrm>
          <a:prstGeom prst="rect">
            <a:avLst/>
          </a:prstGeom>
          <a:noFill/>
          <a:ln>
            <a:noFill/>
          </a:ln>
        </p:spPr>
        <p:txBody>
          <a:bodyPr anchorCtr="0" anchor="t" bIns="0" lIns="0" spcFirstLastPara="1" rIns="0" wrap="square" tIns="0">
            <a:spAutoFit/>
          </a:bodyPr>
          <a:lstStyle/>
          <a:p>
            <a:pPr indent="-431800" lvl="1" marL="863599" marR="0" rtl="0" algn="l">
              <a:lnSpc>
                <a:spcPct val="140010"/>
              </a:lnSpc>
              <a:spcBef>
                <a:spcPts val="0"/>
              </a:spcBef>
              <a:spcAft>
                <a:spcPts val="0"/>
              </a:spcAft>
              <a:buClr>
                <a:srgbClr val="000000"/>
              </a:buClr>
              <a:buSzPts val="3999"/>
              <a:buFont typeface="Arial"/>
              <a:buChar char="•"/>
            </a:pPr>
            <a:r>
              <a:rPr b="1" i="0" lang="en-US" sz="3999" u="none" cap="none" strike="noStrike">
                <a:solidFill>
                  <a:srgbClr val="000000"/>
                </a:solidFill>
                <a:latin typeface="Poppins"/>
                <a:ea typeface="Poppins"/>
                <a:cs typeface="Poppins"/>
                <a:sym typeface="Poppins"/>
              </a:rPr>
              <a:t>Libraries and Frameworks</a:t>
            </a:r>
            <a:endParaRPr/>
          </a:p>
          <a:p>
            <a:pPr indent="0" lvl="0" marL="0" marR="0" rtl="0" algn="l">
              <a:lnSpc>
                <a:spcPct val="140000"/>
              </a:lnSpc>
              <a:spcBef>
                <a:spcPts val="0"/>
              </a:spcBef>
              <a:spcAft>
                <a:spcPts val="0"/>
              </a:spcAft>
              <a:buNone/>
            </a:pPr>
            <a:r>
              <a:rPr b="0" i="0" lang="en-US" sz="3200" u="none" cap="none" strike="noStrike">
                <a:solidFill>
                  <a:srgbClr val="000000"/>
                </a:solidFill>
                <a:latin typeface="Poppins"/>
                <a:ea typeface="Poppins"/>
                <a:cs typeface="Poppins"/>
                <a:sym typeface="Poppins"/>
              </a:rPr>
              <a:t>      - Python : sklearn, XG Boost classsifier, flask [Backend]</a:t>
            </a:r>
            <a:endParaRPr/>
          </a:p>
          <a:p>
            <a:pPr indent="0" lvl="0" marL="0" marR="0" rtl="0" algn="l">
              <a:lnSpc>
                <a:spcPct val="140000"/>
              </a:lnSpc>
              <a:spcBef>
                <a:spcPts val="0"/>
              </a:spcBef>
              <a:spcAft>
                <a:spcPts val="0"/>
              </a:spcAft>
              <a:buNone/>
            </a:pPr>
            <a:r>
              <a:rPr b="0" i="0" lang="en-US" sz="3200" u="none" cap="none" strike="noStrike">
                <a:solidFill>
                  <a:srgbClr val="000000"/>
                </a:solidFill>
                <a:latin typeface="Poppins"/>
                <a:ea typeface="Poppins"/>
                <a:cs typeface="Poppins"/>
                <a:sym typeface="Poppins"/>
              </a:rPr>
              <a:t>         ReactJS, Node Js [Frontend]</a:t>
            </a:r>
            <a:endParaRPr/>
          </a:p>
          <a:p>
            <a:pPr indent="0" lvl="0" marL="0" marR="0" rtl="0" algn="l">
              <a:lnSpc>
                <a:spcPct val="140000"/>
              </a:lnSpc>
              <a:spcBef>
                <a:spcPts val="0"/>
              </a:spcBef>
              <a:spcAft>
                <a:spcPts val="0"/>
              </a:spcAft>
              <a:buNone/>
            </a:pPr>
            <a:r>
              <a:rPr b="0" i="0" lang="en-US" sz="3200" u="none" cap="none" strike="noStrike">
                <a:solidFill>
                  <a:srgbClr val="000000"/>
                </a:solidFill>
                <a:latin typeface="Poppins"/>
                <a:ea typeface="Poppins"/>
                <a:cs typeface="Poppins"/>
                <a:sym typeface="Poppins"/>
              </a:rPr>
              <a:t>      - Editor : VS Code, Google Colab</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grpSp>
        <p:nvGrpSpPr>
          <p:cNvPr id="297" name="Google Shape;297;p6"/>
          <p:cNvGrpSpPr/>
          <p:nvPr/>
        </p:nvGrpSpPr>
        <p:grpSpPr>
          <a:xfrm>
            <a:off x="-1109662" y="0"/>
            <a:ext cx="20507325" cy="10287000"/>
            <a:chOff x="0" y="0"/>
            <a:chExt cx="27343100" cy="13716000"/>
          </a:xfrm>
        </p:grpSpPr>
        <p:sp>
          <p:nvSpPr>
            <p:cNvPr id="298" name="Google Shape;298;p6"/>
            <p:cNvSpPr/>
            <p:nvPr/>
          </p:nvSpPr>
          <p:spPr>
            <a:xfrm>
              <a:off x="0" y="0"/>
              <a:ext cx="13716000" cy="13716000"/>
            </a:xfrm>
            <a:custGeom>
              <a:rect b="b" l="l" r="r" t="t"/>
              <a:pathLst>
                <a:path extrusionOk="0" h="13716000" w="13716000">
                  <a:moveTo>
                    <a:pt x="0" y="0"/>
                  </a:moveTo>
                  <a:lnTo>
                    <a:pt x="13716000" y="0"/>
                  </a:lnTo>
                  <a:lnTo>
                    <a:pt x="13716000" y="13716000"/>
                  </a:lnTo>
                  <a:lnTo>
                    <a:pt x="0" y="13716000"/>
                  </a:lnTo>
                  <a:lnTo>
                    <a:pt x="0" y="0"/>
                  </a:lnTo>
                  <a:close/>
                </a:path>
              </a:pathLst>
            </a:custGeom>
            <a:blipFill rotWithShape="1">
              <a:blip r:embed="rId3">
                <a:alphaModFix/>
              </a:blip>
              <a:stretch>
                <a:fillRect b="0" l="0" r="0" t="0"/>
              </a:stretch>
            </a:blipFill>
            <a:ln>
              <a:noFill/>
            </a:ln>
          </p:spPr>
        </p:sp>
        <p:sp>
          <p:nvSpPr>
            <p:cNvPr id="299" name="Google Shape;299;p6"/>
            <p:cNvSpPr/>
            <p:nvPr/>
          </p:nvSpPr>
          <p:spPr>
            <a:xfrm>
              <a:off x="13627100" y="0"/>
              <a:ext cx="13716000" cy="13716000"/>
            </a:xfrm>
            <a:custGeom>
              <a:rect b="b" l="l" r="r" t="t"/>
              <a:pathLst>
                <a:path extrusionOk="0" h="13716000" w="13716000">
                  <a:moveTo>
                    <a:pt x="0" y="0"/>
                  </a:moveTo>
                  <a:lnTo>
                    <a:pt x="13716000" y="0"/>
                  </a:lnTo>
                  <a:lnTo>
                    <a:pt x="13716000" y="13716000"/>
                  </a:lnTo>
                  <a:lnTo>
                    <a:pt x="0" y="13716000"/>
                  </a:lnTo>
                  <a:lnTo>
                    <a:pt x="0" y="0"/>
                  </a:lnTo>
                  <a:close/>
                </a:path>
              </a:pathLst>
            </a:custGeom>
            <a:blipFill rotWithShape="1">
              <a:blip r:embed="rId3">
                <a:alphaModFix/>
              </a:blip>
              <a:stretch>
                <a:fillRect b="0" l="0" r="0" t="0"/>
              </a:stretch>
            </a:blipFill>
            <a:ln>
              <a:noFill/>
            </a:ln>
          </p:spPr>
        </p:sp>
      </p:grpSp>
      <p:grpSp>
        <p:nvGrpSpPr>
          <p:cNvPr id="300" name="Google Shape;300;p6"/>
          <p:cNvGrpSpPr/>
          <p:nvPr/>
        </p:nvGrpSpPr>
        <p:grpSpPr>
          <a:xfrm>
            <a:off x="1028700" y="1288952"/>
            <a:ext cx="16230600" cy="8263266"/>
            <a:chOff x="0" y="-57150"/>
            <a:chExt cx="4274726" cy="2176334"/>
          </a:xfrm>
        </p:grpSpPr>
        <p:sp>
          <p:nvSpPr>
            <p:cNvPr id="301" name="Google Shape;301;p6"/>
            <p:cNvSpPr/>
            <p:nvPr/>
          </p:nvSpPr>
          <p:spPr>
            <a:xfrm>
              <a:off x="0" y="0"/>
              <a:ext cx="4274726" cy="2119184"/>
            </a:xfrm>
            <a:custGeom>
              <a:rect b="b" l="l" r="r" t="t"/>
              <a:pathLst>
                <a:path extrusionOk="0" h="2119184" w="4274726">
                  <a:moveTo>
                    <a:pt x="0" y="0"/>
                  </a:moveTo>
                  <a:lnTo>
                    <a:pt x="4274726" y="0"/>
                  </a:lnTo>
                  <a:lnTo>
                    <a:pt x="4274726" y="2119184"/>
                  </a:lnTo>
                  <a:lnTo>
                    <a:pt x="0" y="2119184"/>
                  </a:lnTo>
                  <a:close/>
                </a:path>
              </a:pathLst>
            </a:custGeom>
            <a:solidFill>
              <a:srgbClr val="F1F2F2"/>
            </a:solidFill>
            <a:ln>
              <a:noFill/>
            </a:ln>
          </p:spPr>
        </p:sp>
        <p:sp>
          <p:nvSpPr>
            <p:cNvPr id="302" name="Google Shape;302;p6"/>
            <p:cNvSpPr txBox="1"/>
            <p:nvPr/>
          </p:nvSpPr>
          <p:spPr>
            <a:xfrm>
              <a:off x="0" y="-57150"/>
              <a:ext cx="4274726" cy="217633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03" name="Google Shape;303;p6"/>
          <p:cNvGrpSpPr/>
          <p:nvPr/>
        </p:nvGrpSpPr>
        <p:grpSpPr>
          <a:xfrm>
            <a:off x="4842874" y="509699"/>
            <a:ext cx="6952160" cy="1579833"/>
            <a:chOff x="0" y="-57150"/>
            <a:chExt cx="2577547" cy="416085"/>
          </a:xfrm>
        </p:grpSpPr>
        <p:sp>
          <p:nvSpPr>
            <p:cNvPr id="304" name="Google Shape;304;p6"/>
            <p:cNvSpPr/>
            <p:nvPr/>
          </p:nvSpPr>
          <p:spPr>
            <a:xfrm>
              <a:off x="0" y="0"/>
              <a:ext cx="2577547" cy="358935"/>
            </a:xfrm>
            <a:custGeom>
              <a:rect b="b" l="l" r="r" t="t"/>
              <a:pathLst>
                <a:path extrusionOk="0" h="358935" w="2577547">
                  <a:moveTo>
                    <a:pt x="0" y="0"/>
                  </a:moveTo>
                  <a:lnTo>
                    <a:pt x="2577547" y="0"/>
                  </a:lnTo>
                  <a:lnTo>
                    <a:pt x="2577547" y="358935"/>
                  </a:lnTo>
                  <a:lnTo>
                    <a:pt x="0" y="358935"/>
                  </a:lnTo>
                  <a:close/>
                </a:path>
              </a:pathLst>
            </a:custGeom>
            <a:solidFill>
              <a:srgbClr val="DDDEDE"/>
            </a:solidFill>
            <a:ln cap="sq" cmpd="sng" w="38100">
              <a:solidFill>
                <a:srgbClr val="F1F2F2"/>
              </a:solidFill>
              <a:prstDash val="solid"/>
              <a:miter lim="8000"/>
              <a:headEnd len="sm" w="sm" type="none"/>
              <a:tailEnd len="sm" w="sm" type="none"/>
            </a:ln>
          </p:spPr>
        </p:sp>
        <p:sp>
          <p:nvSpPr>
            <p:cNvPr id="305" name="Google Shape;305;p6"/>
            <p:cNvSpPr txBox="1"/>
            <p:nvPr/>
          </p:nvSpPr>
          <p:spPr>
            <a:xfrm>
              <a:off x="0" y="-57150"/>
              <a:ext cx="2577547" cy="41608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06" name="Google Shape;306;p6"/>
          <p:cNvSpPr/>
          <p:nvPr/>
        </p:nvSpPr>
        <p:spPr>
          <a:xfrm flipH="1">
            <a:off x="16164492" y="6443050"/>
            <a:ext cx="2189615" cy="1982597"/>
          </a:xfrm>
          <a:custGeom>
            <a:rect b="b" l="l" r="r" t="t"/>
            <a:pathLst>
              <a:path extrusionOk="0" h="1982597" w="2189615">
                <a:moveTo>
                  <a:pt x="2189616" y="0"/>
                </a:moveTo>
                <a:lnTo>
                  <a:pt x="0" y="0"/>
                </a:lnTo>
                <a:lnTo>
                  <a:pt x="0" y="1982597"/>
                </a:lnTo>
                <a:lnTo>
                  <a:pt x="2189616" y="1982597"/>
                </a:lnTo>
                <a:lnTo>
                  <a:pt x="2189616" y="0"/>
                </a:lnTo>
                <a:close/>
              </a:path>
            </a:pathLst>
          </a:custGeom>
          <a:blipFill rotWithShape="1">
            <a:blip r:embed="rId4">
              <a:alphaModFix/>
            </a:blip>
            <a:stretch>
              <a:fillRect b="0" l="0" r="0" t="0"/>
            </a:stretch>
          </a:blipFill>
          <a:ln>
            <a:noFill/>
          </a:ln>
        </p:spPr>
      </p:sp>
      <p:sp>
        <p:nvSpPr>
          <p:cNvPr id="307" name="Google Shape;307;p6"/>
          <p:cNvSpPr/>
          <p:nvPr/>
        </p:nvSpPr>
        <p:spPr>
          <a:xfrm>
            <a:off x="-2300107" y="1028700"/>
            <a:ext cx="4927677" cy="1532060"/>
          </a:xfrm>
          <a:custGeom>
            <a:rect b="b" l="l" r="r" t="t"/>
            <a:pathLst>
              <a:path extrusionOk="0" h="1532060" w="4927677">
                <a:moveTo>
                  <a:pt x="0" y="0"/>
                </a:moveTo>
                <a:lnTo>
                  <a:pt x="4927677" y="0"/>
                </a:lnTo>
                <a:lnTo>
                  <a:pt x="4927677" y="1532060"/>
                </a:lnTo>
                <a:lnTo>
                  <a:pt x="0" y="1532060"/>
                </a:lnTo>
                <a:lnTo>
                  <a:pt x="0" y="0"/>
                </a:lnTo>
                <a:close/>
              </a:path>
            </a:pathLst>
          </a:custGeom>
          <a:blipFill rotWithShape="1">
            <a:blip r:embed="rId5">
              <a:alphaModFix/>
            </a:blip>
            <a:stretch>
              <a:fillRect b="0" l="0" r="0" t="0"/>
            </a:stretch>
          </a:blipFill>
          <a:ln>
            <a:noFill/>
          </a:ln>
        </p:spPr>
      </p:sp>
      <p:sp>
        <p:nvSpPr>
          <p:cNvPr id="308" name="Google Shape;308;p6"/>
          <p:cNvSpPr txBox="1"/>
          <p:nvPr/>
        </p:nvSpPr>
        <p:spPr>
          <a:xfrm>
            <a:off x="2627570" y="923925"/>
            <a:ext cx="11116800" cy="769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5000">
                <a:latin typeface="Fredoka"/>
                <a:ea typeface="Fredoka"/>
                <a:cs typeface="Fredoka"/>
                <a:sym typeface="Fredoka"/>
              </a:rPr>
              <a:t>APPLICATIONS</a:t>
            </a:r>
            <a:endParaRPr/>
          </a:p>
        </p:txBody>
      </p:sp>
      <p:sp>
        <p:nvSpPr>
          <p:cNvPr id="309" name="Google Shape;309;p6"/>
          <p:cNvSpPr txBox="1"/>
          <p:nvPr/>
        </p:nvSpPr>
        <p:spPr>
          <a:xfrm>
            <a:off x="5688375" y="3532350"/>
            <a:ext cx="9277200" cy="4383900"/>
          </a:xfrm>
          <a:prstGeom prst="rect">
            <a:avLst/>
          </a:prstGeom>
          <a:noFill/>
          <a:ln>
            <a:noFill/>
          </a:ln>
        </p:spPr>
        <p:txBody>
          <a:bodyPr anchorCtr="0" anchor="t" bIns="0" lIns="0" spcFirstLastPara="1" rIns="0" wrap="square" tIns="0">
            <a:spAutoFit/>
          </a:bodyPr>
          <a:lstStyle/>
          <a:p>
            <a:pPr indent="-419100" lvl="0" marL="457200" rtl="0" algn="l">
              <a:lnSpc>
                <a:spcPct val="155633"/>
              </a:lnSpc>
              <a:spcBef>
                <a:spcPts val="0"/>
              </a:spcBef>
              <a:spcAft>
                <a:spcPts val="0"/>
              </a:spcAft>
              <a:buClr>
                <a:schemeClr val="dk1"/>
              </a:buClr>
              <a:buSzPts val="3000"/>
              <a:buFont typeface="Poppins Medium"/>
              <a:buChar char="●"/>
            </a:pPr>
            <a:r>
              <a:rPr lang="en-US" sz="3000">
                <a:solidFill>
                  <a:schemeClr val="dk1"/>
                </a:solidFill>
                <a:latin typeface="Poppins Medium"/>
                <a:ea typeface="Poppins Medium"/>
                <a:cs typeface="Poppins Medium"/>
                <a:sym typeface="Poppins Medium"/>
              </a:rPr>
              <a:t>Web Security &amp; Safe Browsing</a:t>
            </a:r>
            <a:endParaRPr sz="3000">
              <a:solidFill>
                <a:schemeClr val="dk1"/>
              </a:solidFill>
              <a:latin typeface="Poppins Medium"/>
              <a:ea typeface="Poppins Medium"/>
              <a:cs typeface="Poppins Medium"/>
              <a:sym typeface="Poppins Medium"/>
            </a:endParaRPr>
          </a:p>
          <a:p>
            <a:pPr indent="-419100" lvl="0" marL="457200" rtl="0" algn="l">
              <a:lnSpc>
                <a:spcPct val="155633"/>
              </a:lnSpc>
              <a:spcBef>
                <a:spcPts val="0"/>
              </a:spcBef>
              <a:spcAft>
                <a:spcPts val="0"/>
              </a:spcAft>
              <a:buClr>
                <a:schemeClr val="dk1"/>
              </a:buClr>
              <a:buSzPts val="3000"/>
              <a:buFont typeface="Poppins Medium"/>
              <a:buChar char="●"/>
            </a:pPr>
            <a:r>
              <a:rPr lang="en-US" sz="3000">
                <a:solidFill>
                  <a:schemeClr val="dk1"/>
                </a:solidFill>
                <a:latin typeface="Poppins Medium"/>
                <a:ea typeface="Poppins Medium"/>
                <a:cs typeface="Poppins Medium"/>
                <a:sym typeface="Poppins Medium"/>
              </a:rPr>
              <a:t>Email Security &amp; Anti-Phishing Filters</a:t>
            </a:r>
            <a:endParaRPr sz="3000">
              <a:solidFill>
                <a:schemeClr val="dk1"/>
              </a:solidFill>
              <a:latin typeface="Poppins Medium"/>
              <a:ea typeface="Poppins Medium"/>
              <a:cs typeface="Poppins Medium"/>
              <a:sym typeface="Poppins Medium"/>
            </a:endParaRPr>
          </a:p>
          <a:p>
            <a:pPr indent="-419100" lvl="0" marL="457200" rtl="0" algn="l">
              <a:lnSpc>
                <a:spcPct val="155633"/>
              </a:lnSpc>
              <a:spcBef>
                <a:spcPts val="0"/>
              </a:spcBef>
              <a:spcAft>
                <a:spcPts val="0"/>
              </a:spcAft>
              <a:buClr>
                <a:schemeClr val="dk1"/>
              </a:buClr>
              <a:buSzPts val="3000"/>
              <a:buFont typeface="Poppins Medium"/>
              <a:buChar char="●"/>
            </a:pPr>
            <a:r>
              <a:rPr lang="en-US" sz="3000">
                <a:solidFill>
                  <a:schemeClr val="dk1"/>
                </a:solidFill>
                <a:latin typeface="Poppins Medium"/>
                <a:ea typeface="Poppins Medium"/>
                <a:cs typeface="Poppins Medium"/>
                <a:sym typeface="Poppins Medium"/>
              </a:rPr>
              <a:t>Financial Fraud Prevention</a:t>
            </a:r>
            <a:endParaRPr sz="3000">
              <a:solidFill>
                <a:schemeClr val="dk1"/>
              </a:solidFill>
              <a:latin typeface="Poppins Medium"/>
              <a:ea typeface="Poppins Medium"/>
              <a:cs typeface="Poppins Medium"/>
              <a:sym typeface="Poppins Medium"/>
            </a:endParaRPr>
          </a:p>
          <a:p>
            <a:pPr indent="-419100" lvl="0" marL="457200" rtl="0" algn="l">
              <a:lnSpc>
                <a:spcPct val="155633"/>
              </a:lnSpc>
              <a:spcBef>
                <a:spcPts val="0"/>
              </a:spcBef>
              <a:spcAft>
                <a:spcPts val="0"/>
              </a:spcAft>
              <a:buClr>
                <a:schemeClr val="dk1"/>
              </a:buClr>
              <a:buSzPts val="3000"/>
              <a:buFont typeface="Poppins Medium"/>
              <a:buChar char="●"/>
            </a:pPr>
            <a:r>
              <a:rPr lang="en-US" sz="3000">
                <a:solidFill>
                  <a:schemeClr val="dk1"/>
                </a:solidFill>
                <a:latin typeface="Poppins Medium"/>
                <a:ea typeface="Poppins Medium"/>
                <a:cs typeface="Poppins Medium"/>
                <a:sym typeface="Poppins Medium"/>
              </a:rPr>
              <a:t>Enterprise Cybersecurity Solutions</a:t>
            </a:r>
            <a:endParaRPr sz="3000">
              <a:solidFill>
                <a:schemeClr val="dk1"/>
              </a:solidFill>
              <a:latin typeface="Poppins Medium"/>
              <a:ea typeface="Poppins Medium"/>
              <a:cs typeface="Poppins Medium"/>
              <a:sym typeface="Poppins Medium"/>
            </a:endParaRPr>
          </a:p>
          <a:p>
            <a:pPr indent="-419100" lvl="0" marL="457200" rtl="0" algn="l">
              <a:lnSpc>
                <a:spcPct val="155633"/>
              </a:lnSpc>
              <a:spcBef>
                <a:spcPts val="0"/>
              </a:spcBef>
              <a:spcAft>
                <a:spcPts val="0"/>
              </a:spcAft>
              <a:buClr>
                <a:schemeClr val="dk1"/>
              </a:buClr>
              <a:buSzPts val="3000"/>
              <a:buFont typeface="Poppins Medium"/>
              <a:buChar char="●"/>
            </a:pPr>
            <a:r>
              <a:rPr lang="en-US" sz="3000">
                <a:solidFill>
                  <a:schemeClr val="dk1"/>
                </a:solidFill>
                <a:latin typeface="Poppins Medium"/>
                <a:ea typeface="Poppins Medium"/>
                <a:cs typeface="Poppins Medium"/>
                <a:sym typeface="Poppins Medium"/>
              </a:rPr>
              <a:t>Browser Extensions &amp; Security Tools</a:t>
            </a:r>
            <a:endParaRPr sz="3000">
              <a:solidFill>
                <a:schemeClr val="dk1"/>
              </a:solidFill>
              <a:latin typeface="Poppins Medium"/>
              <a:ea typeface="Poppins Medium"/>
              <a:cs typeface="Poppins Medium"/>
              <a:sym typeface="Poppins Medium"/>
            </a:endParaRPr>
          </a:p>
          <a:p>
            <a:pPr indent="0" lvl="0" marL="0" marR="0" rtl="0" algn="l">
              <a:lnSpc>
                <a:spcPct val="155633"/>
              </a:lnSpc>
              <a:spcBef>
                <a:spcPts val="0"/>
              </a:spcBef>
              <a:spcAft>
                <a:spcPts val="0"/>
              </a:spcAft>
              <a:buNone/>
            </a:pPr>
            <a:r>
              <a:t/>
            </a:r>
            <a:endParaRPr sz="5135">
              <a:latin typeface="Poppins Medium"/>
              <a:ea typeface="Poppins Medium"/>
              <a:cs typeface="Poppins Medium"/>
              <a:sym typeface="Poppins Medium"/>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grpSp>
        <p:nvGrpSpPr>
          <p:cNvPr id="314" name="Google Shape;314;p12"/>
          <p:cNvGrpSpPr/>
          <p:nvPr/>
        </p:nvGrpSpPr>
        <p:grpSpPr>
          <a:xfrm>
            <a:off x="-1119188" y="0"/>
            <a:ext cx="20507325" cy="10287000"/>
            <a:chOff x="0" y="0"/>
            <a:chExt cx="27343100" cy="13716000"/>
          </a:xfrm>
        </p:grpSpPr>
        <p:sp>
          <p:nvSpPr>
            <p:cNvPr id="315" name="Google Shape;315;p12"/>
            <p:cNvSpPr/>
            <p:nvPr/>
          </p:nvSpPr>
          <p:spPr>
            <a:xfrm>
              <a:off x="0" y="0"/>
              <a:ext cx="13716000" cy="13716000"/>
            </a:xfrm>
            <a:custGeom>
              <a:rect b="b" l="l" r="r" t="t"/>
              <a:pathLst>
                <a:path extrusionOk="0" h="13716000" w="13716000">
                  <a:moveTo>
                    <a:pt x="0" y="0"/>
                  </a:moveTo>
                  <a:lnTo>
                    <a:pt x="13716000" y="0"/>
                  </a:lnTo>
                  <a:lnTo>
                    <a:pt x="13716000" y="13716000"/>
                  </a:lnTo>
                  <a:lnTo>
                    <a:pt x="0" y="13716000"/>
                  </a:lnTo>
                  <a:lnTo>
                    <a:pt x="0" y="0"/>
                  </a:lnTo>
                  <a:close/>
                </a:path>
              </a:pathLst>
            </a:custGeom>
            <a:blipFill rotWithShape="1">
              <a:blip r:embed="rId3">
                <a:alphaModFix/>
              </a:blip>
              <a:stretch>
                <a:fillRect b="0" l="0" r="0" t="0"/>
              </a:stretch>
            </a:blipFill>
            <a:ln>
              <a:noFill/>
            </a:ln>
          </p:spPr>
        </p:sp>
        <p:sp>
          <p:nvSpPr>
            <p:cNvPr id="316" name="Google Shape;316;p12"/>
            <p:cNvSpPr/>
            <p:nvPr/>
          </p:nvSpPr>
          <p:spPr>
            <a:xfrm>
              <a:off x="13627100" y="0"/>
              <a:ext cx="13716000" cy="13716000"/>
            </a:xfrm>
            <a:custGeom>
              <a:rect b="b" l="l" r="r" t="t"/>
              <a:pathLst>
                <a:path extrusionOk="0" h="13716000" w="13716000">
                  <a:moveTo>
                    <a:pt x="0" y="0"/>
                  </a:moveTo>
                  <a:lnTo>
                    <a:pt x="13716000" y="0"/>
                  </a:lnTo>
                  <a:lnTo>
                    <a:pt x="13716000" y="13716000"/>
                  </a:lnTo>
                  <a:lnTo>
                    <a:pt x="0" y="13716000"/>
                  </a:lnTo>
                  <a:lnTo>
                    <a:pt x="0" y="0"/>
                  </a:lnTo>
                  <a:close/>
                </a:path>
              </a:pathLst>
            </a:custGeom>
            <a:blipFill rotWithShape="1">
              <a:blip r:embed="rId3">
                <a:alphaModFix/>
              </a:blip>
              <a:stretch>
                <a:fillRect b="0" l="0" r="0" t="0"/>
              </a:stretch>
            </a:blipFill>
            <a:ln>
              <a:noFill/>
            </a:ln>
          </p:spPr>
        </p:sp>
      </p:grpSp>
      <p:grpSp>
        <p:nvGrpSpPr>
          <p:cNvPr id="317" name="Google Shape;317;p12"/>
          <p:cNvGrpSpPr/>
          <p:nvPr/>
        </p:nvGrpSpPr>
        <p:grpSpPr>
          <a:xfrm>
            <a:off x="4358773" y="336159"/>
            <a:ext cx="8688698" cy="2319824"/>
            <a:chOff x="0" y="-57150"/>
            <a:chExt cx="2288381" cy="610982"/>
          </a:xfrm>
        </p:grpSpPr>
        <p:sp>
          <p:nvSpPr>
            <p:cNvPr id="318" name="Google Shape;318;p12"/>
            <p:cNvSpPr/>
            <p:nvPr/>
          </p:nvSpPr>
          <p:spPr>
            <a:xfrm>
              <a:off x="0" y="0"/>
              <a:ext cx="2288381" cy="553832"/>
            </a:xfrm>
            <a:custGeom>
              <a:rect b="b" l="l" r="r" t="t"/>
              <a:pathLst>
                <a:path extrusionOk="0" h="553832" w="2288381">
                  <a:moveTo>
                    <a:pt x="0" y="0"/>
                  </a:moveTo>
                  <a:lnTo>
                    <a:pt x="2288381" y="0"/>
                  </a:lnTo>
                  <a:lnTo>
                    <a:pt x="2288381" y="553832"/>
                  </a:lnTo>
                  <a:lnTo>
                    <a:pt x="0" y="553832"/>
                  </a:lnTo>
                  <a:close/>
                </a:path>
              </a:pathLst>
            </a:custGeom>
            <a:solidFill>
              <a:srgbClr val="DDDEDE"/>
            </a:solidFill>
            <a:ln cap="sq" cmpd="sng" w="38100">
              <a:solidFill>
                <a:srgbClr val="F1F2F2"/>
              </a:solidFill>
              <a:prstDash val="solid"/>
              <a:miter lim="8000"/>
              <a:headEnd len="sm" w="sm" type="none"/>
              <a:tailEnd len="sm" w="sm" type="none"/>
            </a:ln>
          </p:spPr>
        </p:sp>
        <p:sp>
          <p:nvSpPr>
            <p:cNvPr id="319" name="Google Shape;319;p12"/>
            <p:cNvSpPr txBox="1"/>
            <p:nvPr/>
          </p:nvSpPr>
          <p:spPr>
            <a:xfrm>
              <a:off x="0" y="-57150"/>
              <a:ext cx="2288381" cy="610982"/>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20" name="Google Shape;320;p12"/>
          <p:cNvSpPr/>
          <p:nvPr/>
        </p:nvSpPr>
        <p:spPr>
          <a:xfrm>
            <a:off x="-815744" y="-688896"/>
            <a:ext cx="2942276" cy="2942276"/>
          </a:xfrm>
          <a:custGeom>
            <a:rect b="b" l="l" r="r" t="t"/>
            <a:pathLst>
              <a:path extrusionOk="0" h="2942276" w="2942276">
                <a:moveTo>
                  <a:pt x="0" y="0"/>
                </a:moveTo>
                <a:lnTo>
                  <a:pt x="2942276" y="0"/>
                </a:lnTo>
                <a:lnTo>
                  <a:pt x="2942276" y="2942276"/>
                </a:lnTo>
                <a:lnTo>
                  <a:pt x="0" y="2942276"/>
                </a:lnTo>
                <a:lnTo>
                  <a:pt x="0" y="0"/>
                </a:lnTo>
                <a:close/>
              </a:path>
            </a:pathLst>
          </a:custGeom>
          <a:blipFill rotWithShape="1">
            <a:blip r:embed="rId4">
              <a:alphaModFix/>
            </a:blip>
            <a:stretch>
              <a:fillRect b="0" l="0" r="0" t="0"/>
            </a:stretch>
          </a:blipFill>
          <a:ln>
            <a:noFill/>
          </a:ln>
        </p:spPr>
      </p:sp>
      <p:sp>
        <p:nvSpPr>
          <p:cNvPr id="321" name="Google Shape;321;p12"/>
          <p:cNvSpPr/>
          <p:nvPr/>
        </p:nvSpPr>
        <p:spPr>
          <a:xfrm flipH="1">
            <a:off x="15561698" y="480251"/>
            <a:ext cx="3395204" cy="1049427"/>
          </a:xfrm>
          <a:custGeom>
            <a:rect b="b" l="l" r="r" t="t"/>
            <a:pathLst>
              <a:path extrusionOk="0" h="1049427" w="3395204">
                <a:moveTo>
                  <a:pt x="3395204" y="0"/>
                </a:moveTo>
                <a:lnTo>
                  <a:pt x="0" y="0"/>
                </a:lnTo>
                <a:lnTo>
                  <a:pt x="0" y="1049427"/>
                </a:lnTo>
                <a:lnTo>
                  <a:pt x="3395204" y="1049427"/>
                </a:lnTo>
                <a:lnTo>
                  <a:pt x="3395204" y="0"/>
                </a:lnTo>
                <a:close/>
              </a:path>
            </a:pathLst>
          </a:custGeom>
          <a:blipFill rotWithShape="1">
            <a:blip r:embed="rId5">
              <a:alphaModFix/>
            </a:blip>
            <a:stretch>
              <a:fillRect b="0" l="0" r="0" t="0"/>
            </a:stretch>
          </a:blipFill>
          <a:ln>
            <a:noFill/>
          </a:ln>
        </p:spPr>
      </p:sp>
      <p:graphicFrame>
        <p:nvGraphicFramePr>
          <p:cNvPr id="322" name="Google Shape;322;p12"/>
          <p:cNvGraphicFramePr/>
          <p:nvPr/>
        </p:nvGraphicFramePr>
        <p:xfrm>
          <a:off x="335676" y="3468390"/>
          <a:ext cx="3000000" cy="3000000"/>
        </p:xfrm>
        <a:graphic>
          <a:graphicData uri="http://schemas.openxmlformats.org/drawingml/2006/table">
            <a:tbl>
              <a:tblPr>
                <a:noFill/>
                <a:tableStyleId>{0868FE13-BAC4-4048-AD5E-5C70845600BE}</a:tableStyleId>
              </a:tblPr>
              <a:tblGrid>
                <a:gridCol w="1665100"/>
                <a:gridCol w="1569250"/>
                <a:gridCol w="1499800"/>
                <a:gridCol w="1828325"/>
                <a:gridCol w="1590400"/>
                <a:gridCol w="1663075"/>
                <a:gridCol w="1839175"/>
                <a:gridCol w="2096925"/>
                <a:gridCol w="2096925"/>
                <a:gridCol w="1748625"/>
              </a:tblGrid>
              <a:tr h="1238875">
                <a:tc>
                  <a:txBody>
                    <a:bodyPr/>
                    <a:lstStyle/>
                    <a:p>
                      <a:pPr indent="0" lvl="0" marL="0" marR="0" rtl="0" algn="ctr">
                        <a:lnSpc>
                          <a:spcPct val="140016"/>
                        </a:lnSpc>
                        <a:spcBef>
                          <a:spcPts val="0"/>
                        </a:spcBef>
                        <a:spcAft>
                          <a:spcPts val="0"/>
                        </a:spcAft>
                        <a:buNone/>
                      </a:pPr>
                      <a:r>
                        <a:rPr b="1" lang="en-US" sz="2399" u="none" cap="none" strike="noStrike">
                          <a:solidFill>
                            <a:srgbClr val="000000"/>
                          </a:solidFill>
                          <a:latin typeface="Poppins"/>
                          <a:ea typeface="Poppins"/>
                          <a:cs typeface="Poppins"/>
                          <a:sym typeface="Poppins"/>
                        </a:rPr>
                        <a:t>Week1</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ctr">
                        <a:lnSpc>
                          <a:spcPct val="140021"/>
                        </a:lnSpc>
                        <a:spcBef>
                          <a:spcPts val="0"/>
                        </a:spcBef>
                        <a:spcAft>
                          <a:spcPts val="0"/>
                        </a:spcAft>
                        <a:buNone/>
                      </a:pPr>
                      <a:r>
                        <a:rPr b="1" lang="en-US" sz="1899" u="none" cap="none" strike="noStrike">
                          <a:solidFill>
                            <a:srgbClr val="000000"/>
                          </a:solidFill>
                          <a:latin typeface="Poppins"/>
                          <a:ea typeface="Poppins"/>
                          <a:cs typeface="Poppins"/>
                          <a:sym typeface="Poppins"/>
                        </a:rPr>
                        <a:t>Week2</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ctr">
                        <a:lnSpc>
                          <a:spcPct val="140021"/>
                        </a:lnSpc>
                        <a:spcBef>
                          <a:spcPts val="0"/>
                        </a:spcBef>
                        <a:spcAft>
                          <a:spcPts val="0"/>
                        </a:spcAft>
                        <a:buNone/>
                      </a:pPr>
                      <a:r>
                        <a:rPr b="1" lang="en-US" sz="1899" u="none" cap="none" strike="noStrike">
                          <a:solidFill>
                            <a:srgbClr val="000000"/>
                          </a:solidFill>
                          <a:latin typeface="Poppins"/>
                          <a:ea typeface="Poppins"/>
                          <a:cs typeface="Poppins"/>
                          <a:sym typeface="Poppins"/>
                        </a:rPr>
                        <a:t>Week3</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ctr">
                        <a:lnSpc>
                          <a:spcPct val="140021"/>
                        </a:lnSpc>
                        <a:spcBef>
                          <a:spcPts val="0"/>
                        </a:spcBef>
                        <a:spcAft>
                          <a:spcPts val="0"/>
                        </a:spcAft>
                        <a:buNone/>
                      </a:pPr>
                      <a:r>
                        <a:rPr b="1" lang="en-US" sz="1899" u="none" cap="none" strike="noStrike">
                          <a:solidFill>
                            <a:srgbClr val="000000"/>
                          </a:solidFill>
                          <a:latin typeface="Poppins"/>
                          <a:ea typeface="Poppins"/>
                          <a:cs typeface="Poppins"/>
                          <a:sym typeface="Poppins"/>
                        </a:rPr>
                        <a:t>Week4</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ctr">
                        <a:lnSpc>
                          <a:spcPct val="140021"/>
                        </a:lnSpc>
                        <a:spcBef>
                          <a:spcPts val="0"/>
                        </a:spcBef>
                        <a:spcAft>
                          <a:spcPts val="0"/>
                        </a:spcAft>
                        <a:buNone/>
                      </a:pPr>
                      <a:r>
                        <a:rPr b="1" lang="en-US" sz="1899" u="none" cap="none" strike="noStrike">
                          <a:solidFill>
                            <a:srgbClr val="000000"/>
                          </a:solidFill>
                          <a:latin typeface="Poppins"/>
                          <a:ea typeface="Poppins"/>
                          <a:cs typeface="Poppins"/>
                          <a:sym typeface="Poppins"/>
                        </a:rPr>
                        <a:t>Week5</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ctr">
                        <a:lnSpc>
                          <a:spcPct val="140021"/>
                        </a:lnSpc>
                        <a:spcBef>
                          <a:spcPts val="0"/>
                        </a:spcBef>
                        <a:spcAft>
                          <a:spcPts val="0"/>
                        </a:spcAft>
                        <a:buNone/>
                      </a:pPr>
                      <a:r>
                        <a:rPr b="1" lang="en-US" sz="1899" u="none" cap="none" strike="noStrike">
                          <a:solidFill>
                            <a:srgbClr val="000000"/>
                          </a:solidFill>
                          <a:latin typeface="Poppins"/>
                          <a:ea typeface="Poppins"/>
                          <a:cs typeface="Poppins"/>
                          <a:sym typeface="Poppins"/>
                        </a:rPr>
                        <a:t>Week6 &amp; Week7</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ctr">
                        <a:lnSpc>
                          <a:spcPct val="140021"/>
                        </a:lnSpc>
                        <a:spcBef>
                          <a:spcPts val="0"/>
                        </a:spcBef>
                        <a:spcAft>
                          <a:spcPts val="0"/>
                        </a:spcAft>
                        <a:buNone/>
                      </a:pPr>
                      <a:r>
                        <a:rPr b="1" lang="en-US" sz="1899" u="none" cap="none" strike="noStrike">
                          <a:solidFill>
                            <a:srgbClr val="000000"/>
                          </a:solidFill>
                          <a:latin typeface="Poppins"/>
                          <a:ea typeface="Poppins"/>
                          <a:cs typeface="Poppins"/>
                          <a:sym typeface="Poppins"/>
                        </a:rPr>
                        <a:t>Week8</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ctr">
                        <a:lnSpc>
                          <a:spcPct val="140021"/>
                        </a:lnSpc>
                        <a:spcBef>
                          <a:spcPts val="0"/>
                        </a:spcBef>
                        <a:spcAft>
                          <a:spcPts val="0"/>
                        </a:spcAft>
                        <a:buNone/>
                      </a:pPr>
                      <a:r>
                        <a:rPr b="1" lang="en-US" sz="1899" u="none" cap="none" strike="noStrike">
                          <a:solidFill>
                            <a:srgbClr val="000000"/>
                          </a:solidFill>
                          <a:latin typeface="Poppins"/>
                          <a:ea typeface="Poppins"/>
                          <a:cs typeface="Poppins"/>
                          <a:sym typeface="Poppins"/>
                        </a:rPr>
                        <a:t>Week9 &amp; Week10</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ctr">
                        <a:lnSpc>
                          <a:spcPct val="140021"/>
                        </a:lnSpc>
                        <a:spcBef>
                          <a:spcPts val="0"/>
                        </a:spcBef>
                        <a:spcAft>
                          <a:spcPts val="0"/>
                        </a:spcAft>
                        <a:buNone/>
                      </a:pPr>
                      <a:r>
                        <a:rPr b="1" lang="en-US" sz="1899" u="none" cap="none" strike="noStrike">
                          <a:solidFill>
                            <a:srgbClr val="000000"/>
                          </a:solidFill>
                          <a:latin typeface="Poppins"/>
                          <a:ea typeface="Poppins"/>
                          <a:cs typeface="Poppins"/>
                          <a:sym typeface="Poppins"/>
                        </a:rPr>
                        <a:t>Week11 </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ctr">
                        <a:lnSpc>
                          <a:spcPct val="140021"/>
                        </a:lnSpc>
                        <a:spcBef>
                          <a:spcPts val="0"/>
                        </a:spcBef>
                        <a:spcAft>
                          <a:spcPts val="0"/>
                        </a:spcAft>
                        <a:buNone/>
                      </a:pPr>
                      <a:r>
                        <a:rPr b="1" lang="en-US" sz="1899" u="none" cap="none" strike="noStrike">
                          <a:solidFill>
                            <a:srgbClr val="000000"/>
                          </a:solidFill>
                          <a:latin typeface="Poppins"/>
                          <a:ea typeface="Poppins"/>
                          <a:cs typeface="Poppins"/>
                          <a:sym typeface="Poppins"/>
                        </a:rPr>
                        <a:t>Week1</a:t>
                      </a:r>
                      <a:r>
                        <a:rPr b="1" lang="en-US" sz="1899">
                          <a:latin typeface="Poppins"/>
                          <a:ea typeface="Poppins"/>
                          <a:cs typeface="Poppins"/>
                          <a:sym typeface="Poppins"/>
                        </a:rPr>
                        <a:t>2</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r h="3409325">
                <a:tc>
                  <a:txBody>
                    <a:bodyPr/>
                    <a:lstStyle/>
                    <a:p>
                      <a:pPr indent="0" lvl="0" marL="0" marR="0" rtl="0" algn="ctr">
                        <a:lnSpc>
                          <a:spcPct val="140000"/>
                        </a:lnSpc>
                        <a:spcBef>
                          <a:spcPts val="0"/>
                        </a:spcBef>
                        <a:spcAft>
                          <a:spcPts val="0"/>
                        </a:spcAft>
                        <a:buNone/>
                      </a:pPr>
                      <a:r>
                        <a:rPr lang="en-US" sz="1800" u="none" cap="none" strike="noStrike">
                          <a:solidFill>
                            <a:srgbClr val="000000"/>
                          </a:solidFill>
                          <a:latin typeface="Poppins"/>
                          <a:ea typeface="Poppins"/>
                          <a:cs typeface="Poppins"/>
                          <a:sym typeface="Poppins"/>
                        </a:rPr>
                        <a:t>Explored on various problems in present days</a:t>
                      </a:r>
                      <a:endParaRPr sz="1100" u="none" cap="none" strike="noStrike"/>
                    </a:p>
                    <a:p>
                      <a:pPr indent="0" lvl="0" marL="0" marR="0" rtl="0" algn="ctr">
                        <a:lnSpc>
                          <a:spcPct val="140000"/>
                        </a:lnSpc>
                        <a:spcBef>
                          <a:spcPts val="0"/>
                        </a:spcBef>
                        <a:spcAft>
                          <a:spcPts val="0"/>
                        </a:spcAft>
                        <a:buNone/>
                      </a:pPr>
                      <a:r>
                        <a:rPr lang="en-US" sz="1800" u="none" cap="none" strike="noStrike">
                          <a:solidFill>
                            <a:srgbClr val="000000"/>
                          </a:solidFill>
                          <a:latin typeface="Poppins"/>
                          <a:ea typeface="Poppins"/>
                          <a:cs typeface="Poppins"/>
                          <a:sym typeface="Poppins"/>
                        </a:rPr>
                        <a:t>and project selection.</a:t>
                      </a:r>
                      <a:endParaRPr/>
                    </a:p>
                    <a:p>
                      <a:pPr indent="0" lvl="0" marL="0" marR="0" rtl="0" algn="ctr">
                        <a:lnSpc>
                          <a:spcPct val="140000"/>
                        </a:lnSpc>
                        <a:spcBef>
                          <a:spcPts val="0"/>
                        </a:spcBef>
                        <a:spcAft>
                          <a:spcPts val="0"/>
                        </a:spcAft>
                        <a:buNone/>
                      </a:pPr>
                      <a:r>
                        <a:t/>
                      </a:r>
                      <a:endParaRPr sz="1800" u="none" cap="none" strike="noStrike">
                        <a:solidFill>
                          <a:srgbClr val="000000"/>
                        </a:solidFill>
                        <a:latin typeface="Poppins"/>
                        <a:ea typeface="Poppins"/>
                        <a:cs typeface="Poppins"/>
                        <a:sym typeface="Poppins"/>
                      </a:endParaRPr>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lang="en-US" sz="1800" u="none" cap="none" strike="noStrike">
                          <a:solidFill>
                            <a:srgbClr val="000000"/>
                          </a:solidFill>
                          <a:latin typeface="Poppins"/>
                          <a:ea typeface="Poppins"/>
                          <a:cs typeface="Poppins"/>
                          <a:sym typeface="Poppins"/>
                        </a:rPr>
                        <a:t>Gone through various research papers.</a:t>
                      </a:r>
                      <a:endParaRPr sz="1100" u="none" cap="none" strike="noStrike"/>
                    </a:p>
                    <a:p>
                      <a:pPr indent="0" lvl="0" marL="0" marR="0" rtl="0" algn="ctr">
                        <a:lnSpc>
                          <a:spcPct val="229090"/>
                        </a:lnSpc>
                        <a:spcBef>
                          <a:spcPts val="0"/>
                        </a:spcBef>
                        <a:spcAft>
                          <a:spcPts val="0"/>
                        </a:spcAft>
                        <a:buNone/>
                      </a:pPr>
                      <a:r>
                        <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lang="en-US" sz="1800" u="none" cap="none" strike="noStrike">
                          <a:solidFill>
                            <a:srgbClr val="000000"/>
                          </a:solidFill>
                          <a:latin typeface="Poppins"/>
                          <a:ea typeface="Poppins"/>
                          <a:cs typeface="Poppins"/>
                          <a:sym typeface="Poppins"/>
                        </a:rPr>
                        <a:t>Study of previous models and their</a:t>
                      </a:r>
                      <a:endParaRPr sz="1100" u="none" cap="none" strike="noStrike"/>
                    </a:p>
                    <a:p>
                      <a:pPr indent="0" lvl="0" marL="0" marR="0" rtl="0" algn="ctr">
                        <a:lnSpc>
                          <a:spcPct val="140000"/>
                        </a:lnSpc>
                        <a:spcBef>
                          <a:spcPts val="0"/>
                        </a:spcBef>
                        <a:spcAft>
                          <a:spcPts val="0"/>
                        </a:spcAft>
                        <a:buNone/>
                      </a:pPr>
                      <a:r>
                        <a:rPr lang="en-US" sz="1800" u="none" cap="none" strike="noStrike">
                          <a:solidFill>
                            <a:srgbClr val="000000"/>
                          </a:solidFill>
                          <a:latin typeface="Poppins"/>
                          <a:ea typeface="Poppins"/>
                          <a:cs typeface="Poppins"/>
                          <a:sym typeface="Poppins"/>
                        </a:rPr>
                        <a:t>disadvantages.</a:t>
                      </a:r>
                      <a:endParaRPr/>
                    </a:p>
                    <a:p>
                      <a:pPr indent="0" lvl="0" marL="0" marR="0" rtl="0" algn="ctr">
                        <a:lnSpc>
                          <a:spcPct val="140000"/>
                        </a:lnSpc>
                        <a:spcBef>
                          <a:spcPts val="0"/>
                        </a:spcBef>
                        <a:spcAft>
                          <a:spcPts val="0"/>
                        </a:spcAft>
                        <a:buNone/>
                      </a:pPr>
                      <a:r>
                        <a:t/>
                      </a:r>
                      <a:endParaRPr sz="1800" u="none" cap="none" strike="noStrike">
                        <a:solidFill>
                          <a:srgbClr val="000000"/>
                        </a:solidFill>
                        <a:latin typeface="Poppins"/>
                        <a:ea typeface="Poppins"/>
                        <a:cs typeface="Poppins"/>
                        <a:sym typeface="Poppins"/>
                      </a:endParaRPr>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lang="en-US" sz="1800" u="none" cap="none" strike="noStrike">
                          <a:solidFill>
                            <a:srgbClr val="000000"/>
                          </a:solidFill>
                          <a:latin typeface="Poppins"/>
                          <a:ea typeface="Poppins"/>
                          <a:cs typeface="Poppins"/>
                          <a:sym typeface="Poppins"/>
                        </a:rPr>
                        <a:t>Worked on various formats of machine learning models.</a:t>
                      </a:r>
                      <a:endParaRPr sz="1100" u="none" cap="none" strike="noStrike"/>
                    </a:p>
                    <a:p>
                      <a:pPr indent="0" lvl="0" marL="0" marR="0" rtl="0" algn="ctr">
                        <a:lnSpc>
                          <a:spcPct val="229090"/>
                        </a:lnSpc>
                        <a:spcBef>
                          <a:spcPts val="0"/>
                        </a:spcBef>
                        <a:spcAft>
                          <a:spcPts val="0"/>
                        </a:spcAft>
                        <a:buNone/>
                      </a:pPr>
                      <a:r>
                        <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lang="en-US" sz="1800" u="none" cap="none" strike="noStrike">
                          <a:solidFill>
                            <a:srgbClr val="000000"/>
                          </a:solidFill>
                          <a:latin typeface="Poppins"/>
                          <a:ea typeface="Poppins"/>
                          <a:cs typeface="Poppins"/>
                          <a:sym typeface="Poppins"/>
                        </a:rPr>
                        <a:t>Dataset collection</a:t>
                      </a:r>
                      <a:endParaRPr sz="1100" u="none" cap="none" strike="noStrike"/>
                    </a:p>
                    <a:p>
                      <a:pPr indent="0" lvl="0" marL="0" marR="0" rtl="0" algn="ctr">
                        <a:lnSpc>
                          <a:spcPct val="229090"/>
                        </a:lnSpc>
                        <a:spcBef>
                          <a:spcPts val="0"/>
                        </a:spcBef>
                        <a:spcAft>
                          <a:spcPts val="0"/>
                        </a:spcAft>
                        <a:buNone/>
                      </a:pPr>
                      <a:r>
                        <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US" sz="1800" u="none" cap="none" strike="noStrike">
                          <a:solidFill>
                            <a:srgbClr val="000000"/>
                          </a:solidFill>
                          <a:latin typeface="Poppins"/>
                          <a:ea typeface="Poppins"/>
                          <a:cs typeface="Poppins"/>
                          <a:sym typeface="Poppins"/>
                        </a:rPr>
                        <a:t>Developi</a:t>
                      </a:r>
                      <a:r>
                        <a:rPr lang="en-US" sz="1800">
                          <a:latin typeface="Poppins"/>
                          <a:ea typeface="Poppins"/>
                          <a:cs typeface="Poppins"/>
                          <a:sym typeface="Poppins"/>
                        </a:rPr>
                        <a:t>n-</a:t>
                      </a:r>
                      <a:r>
                        <a:rPr lang="en-US" sz="1800" u="none" cap="none" strike="noStrike">
                          <a:solidFill>
                            <a:srgbClr val="000000"/>
                          </a:solidFill>
                          <a:latin typeface="Poppins"/>
                          <a:ea typeface="Poppins"/>
                          <a:cs typeface="Poppins"/>
                          <a:sym typeface="Poppins"/>
                        </a:rPr>
                        <a:t>g code</a:t>
                      </a:r>
                      <a:endParaRPr sz="1100" u="none" cap="none" strike="noStrike"/>
                    </a:p>
                    <a:p>
                      <a:pPr indent="0" lvl="0" marL="0" marR="0" rtl="0" algn="ctr">
                        <a:lnSpc>
                          <a:spcPct val="229090"/>
                        </a:lnSpc>
                        <a:spcBef>
                          <a:spcPts val="0"/>
                        </a:spcBef>
                        <a:spcAft>
                          <a:spcPts val="0"/>
                        </a:spcAft>
                        <a:buNone/>
                      </a:pPr>
                      <a:r>
                        <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lang="en-US" sz="1800" u="none" cap="none" strike="noStrike">
                          <a:solidFill>
                            <a:srgbClr val="000000"/>
                          </a:solidFill>
                          <a:latin typeface="Poppins"/>
                          <a:ea typeface="Poppins"/>
                          <a:cs typeface="Poppins"/>
                          <a:sym typeface="Poppins"/>
                        </a:rPr>
                        <a:t>Developing code and debugging errors</a:t>
                      </a:r>
                      <a:endParaRPr sz="1100" u="none" cap="none" strike="noStrike"/>
                    </a:p>
                    <a:p>
                      <a:pPr indent="0" lvl="0" marL="0" marR="0" rtl="0" algn="ctr">
                        <a:lnSpc>
                          <a:spcPct val="229090"/>
                        </a:lnSpc>
                        <a:spcBef>
                          <a:spcPts val="0"/>
                        </a:spcBef>
                        <a:spcAft>
                          <a:spcPts val="0"/>
                        </a:spcAft>
                        <a:buNone/>
                      </a:pPr>
                      <a:r>
                        <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lang="en-US" sz="1800" u="none" cap="none" strike="noStrike">
                          <a:solidFill>
                            <a:srgbClr val="000000"/>
                          </a:solidFill>
                          <a:latin typeface="Poppins"/>
                          <a:ea typeface="Poppins"/>
                          <a:cs typeface="Poppins"/>
                          <a:sym typeface="Poppins"/>
                        </a:rPr>
                        <a:t>Enhancement of code</a:t>
                      </a:r>
                      <a:endParaRPr sz="1100" u="none" cap="none" strike="noStrike"/>
                    </a:p>
                    <a:p>
                      <a:pPr indent="0" lvl="0" marL="0" marR="0" rtl="0" algn="ctr">
                        <a:lnSpc>
                          <a:spcPct val="229090"/>
                        </a:lnSpc>
                        <a:spcBef>
                          <a:spcPts val="0"/>
                        </a:spcBef>
                        <a:spcAft>
                          <a:spcPts val="0"/>
                        </a:spcAft>
                        <a:buNone/>
                      </a:pPr>
                      <a:r>
                        <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lang="en-US" sz="1800" u="none" cap="none" strike="noStrike">
                          <a:solidFill>
                            <a:srgbClr val="000000"/>
                          </a:solidFill>
                          <a:latin typeface="Poppins"/>
                          <a:ea typeface="Poppins"/>
                          <a:cs typeface="Poppins"/>
                          <a:sym typeface="Poppins"/>
                        </a:rPr>
                        <a:t>Real world deployment</a:t>
                      </a:r>
                      <a:endParaRPr sz="1100" u="none" cap="none" strike="noStrike"/>
                    </a:p>
                    <a:p>
                      <a:pPr indent="0" lvl="0" marL="0" marR="0" rtl="0" algn="ctr">
                        <a:lnSpc>
                          <a:spcPct val="229090"/>
                        </a:lnSpc>
                        <a:spcBef>
                          <a:spcPts val="0"/>
                        </a:spcBef>
                        <a:spcAft>
                          <a:spcPts val="0"/>
                        </a:spcAft>
                        <a:buNone/>
                      </a:pPr>
                      <a:r>
                        <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lang="en-US" sz="1800" u="none" cap="none" strike="noStrike">
                          <a:solidFill>
                            <a:srgbClr val="000000"/>
                          </a:solidFill>
                          <a:latin typeface="Poppins"/>
                          <a:ea typeface="Poppins"/>
                          <a:cs typeface="Poppins"/>
                          <a:sym typeface="Poppins"/>
                        </a:rPr>
                        <a:t>Documentation</a:t>
                      </a:r>
                      <a:endParaRPr sz="1100" u="none" cap="none" strike="noStrike"/>
                    </a:p>
                    <a:p>
                      <a:pPr indent="0" lvl="0" marL="0" marR="0" rtl="0" algn="ctr">
                        <a:lnSpc>
                          <a:spcPct val="229090"/>
                        </a:lnSpc>
                        <a:spcBef>
                          <a:spcPts val="0"/>
                        </a:spcBef>
                        <a:spcAft>
                          <a:spcPts val="0"/>
                        </a:spcAft>
                        <a:buNone/>
                      </a:pPr>
                      <a:r>
                        <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bl>
          </a:graphicData>
        </a:graphic>
      </p:graphicFrame>
      <p:sp>
        <p:nvSpPr>
          <p:cNvPr id="323" name="Google Shape;323;p12"/>
          <p:cNvSpPr txBox="1"/>
          <p:nvPr/>
        </p:nvSpPr>
        <p:spPr>
          <a:xfrm>
            <a:off x="4358773" y="793672"/>
            <a:ext cx="8262338" cy="153606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4400" u="none" cap="none" strike="noStrike">
                <a:solidFill>
                  <a:srgbClr val="000000"/>
                </a:solidFill>
                <a:latin typeface="Fredoka"/>
                <a:ea typeface="Fredoka"/>
                <a:cs typeface="Fredoka"/>
                <a:sym typeface="Fredoka"/>
              </a:rPr>
              <a:t>PLANNING OF PROJECT    AND TEAM WORK</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11"/>
          <p:cNvSpPr/>
          <p:nvPr/>
        </p:nvSpPr>
        <p:spPr>
          <a:xfrm>
            <a:off x="-1176362" y="0"/>
            <a:ext cx="10287000" cy="10287000"/>
          </a:xfrm>
          <a:custGeom>
            <a:rect b="b" l="l" r="r" t="t"/>
            <a:pathLst>
              <a:path extrusionOk="0" h="10287000" w="10287000">
                <a:moveTo>
                  <a:pt x="0" y="0"/>
                </a:moveTo>
                <a:lnTo>
                  <a:pt x="10287000" y="0"/>
                </a:lnTo>
                <a:lnTo>
                  <a:pt x="10287000" y="10287000"/>
                </a:lnTo>
                <a:lnTo>
                  <a:pt x="0" y="10287000"/>
                </a:lnTo>
                <a:lnTo>
                  <a:pt x="0" y="0"/>
                </a:lnTo>
                <a:close/>
              </a:path>
            </a:pathLst>
          </a:custGeom>
          <a:blipFill rotWithShape="1">
            <a:blip r:embed="rId3">
              <a:alphaModFix/>
            </a:blip>
            <a:stretch>
              <a:fillRect b="0" l="0" r="0" t="0"/>
            </a:stretch>
          </a:blipFill>
          <a:ln>
            <a:noFill/>
          </a:ln>
        </p:spPr>
      </p:sp>
      <p:sp>
        <p:nvSpPr>
          <p:cNvPr id="329" name="Google Shape;329;p11"/>
          <p:cNvSpPr/>
          <p:nvPr/>
        </p:nvSpPr>
        <p:spPr>
          <a:xfrm>
            <a:off x="9110662" y="0"/>
            <a:ext cx="10287000" cy="10287000"/>
          </a:xfrm>
          <a:custGeom>
            <a:rect b="b" l="l" r="r" t="t"/>
            <a:pathLst>
              <a:path extrusionOk="0" h="10287000" w="10287000">
                <a:moveTo>
                  <a:pt x="0" y="0"/>
                </a:moveTo>
                <a:lnTo>
                  <a:pt x="10287000" y="0"/>
                </a:lnTo>
                <a:lnTo>
                  <a:pt x="10287000" y="10287000"/>
                </a:lnTo>
                <a:lnTo>
                  <a:pt x="0" y="10287000"/>
                </a:lnTo>
                <a:lnTo>
                  <a:pt x="0" y="0"/>
                </a:lnTo>
                <a:close/>
              </a:path>
            </a:pathLst>
          </a:custGeom>
          <a:blipFill rotWithShape="1">
            <a:blip r:embed="rId3">
              <a:alphaModFix/>
            </a:blip>
            <a:stretch>
              <a:fillRect b="0" l="0" r="0" t="0"/>
            </a:stretch>
          </a:blipFill>
          <a:ln>
            <a:noFill/>
          </a:ln>
        </p:spPr>
      </p:sp>
      <p:grpSp>
        <p:nvGrpSpPr>
          <p:cNvPr id="330" name="Google Shape;330;p11"/>
          <p:cNvGrpSpPr/>
          <p:nvPr/>
        </p:nvGrpSpPr>
        <p:grpSpPr>
          <a:xfrm>
            <a:off x="6288858" y="236040"/>
            <a:ext cx="5710298" cy="1608014"/>
            <a:chOff x="0" y="-57150"/>
            <a:chExt cx="1503937" cy="423507"/>
          </a:xfrm>
        </p:grpSpPr>
        <p:sp>
          <p:nvSpPr>
            <p:cNvPr id="331" name="Google Shape;331;p11"/>
            <p:cNvSpPr/>
            <p:nvPr/>
          </p:nvSpPr>
          <p:spPr>
            <a:xfrm>
              <a:off x="0" y="0"/>
              <a:ext cx="1503937" cy="366357"/>
            </a:xfrm>
            <a:custGeom>
              <a:rect b="b" l="l" r="r" t="t"/>
              <a:pathLst>
                <a:path extrusionOk="0" h="366357" w="1503937">
                  <a:moveTo>
                    <a:pt x="0" y="0"/>
                  </a:moveTo>
                  <a:lnTo>
                    <a:pt x="1503937" y="0"/>
                  </a:lnTo>
                  <a:lnTo>
                    <a:pt x="1503937" y="366357"/>
                  </a:lnTo>
                  <a:lnTo>
                    <a:pt x="0" y="366357"/>
                  </a:lnTo>
                  <a:close/>
                </a:path>
              </a:pathLst>
            </a:custGeom>
            <a:solidFill>
              <a:srgbClr val="DDDEDE"/>
            </a:solidFill>
            <a:ln cap="sq" cmpd="sng" w="38100">
              <a:solidFill>
                <a:srgbClr val="F1F2F2"/>
              </a:solidFill>
              <a:prstDash val="solid"/>
              <a:miter lim="8000"/>
              <a:headEnd len="sm" w="sm" type="none"/>
              <a:tailEnd len="sm" w="sm" type="none"/>
            </a:ln>
          </p:spPr>
        </p:sp>
        <p:sp>
          <p:nvSpPr>
            <p:cNvPr id="332" name="Google Shape;332;p11"/>
            <p:cNvSpPr txBox="1"/>
            <p:nvPr/>
          </p:nvSpPr>
          <p:spPr>
            <a:xfrm>
              <a:off x="0" y="-57150"/>
              <a:ext cx="1503937" cy="42350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rPr b="1" lang="en-US" sz="5000">
                  <a:solidFill>
                    <a:schemeClr val="dk1"/>
                  </a:solidFill>
                  <a:latin typeface="Fredoka"/>
                  <a:ea typeface="Fredoka"/>
                  <a:cs typeface="Fredoka"/>
                  <a:sym typeface="Fredoka"/>
                </a:rPr>
                <a:t>REFERENCES</a:t>
              </a:r>
              <a:endParaRPr b="1" i="0" sz="5000" u="none" cap="none" strike="noStrike">
                <a:solidFill>
                  <a:schemeClr val="dk1"/>
                </a:solidFill>
                <a:latin typeface="Fredoka"/>
                <a:ea typeface="Fredoka"/>
                <a:cs typeface="Fredoka"/>
                <a:sym typeface="Fredoka"/>
              </a:endParaRPr>
            </a:p>
          </p:txBody>
        </p:sp>
      </p:grpSp>
      <p:sp>
        <p:nvSpPr>
          <p:cNvPr id="333" name="Google Shape;333;p11"/>
          <p:cNvSpPr/>
          <p:nvPr/>
        </p:nvSpPr>
        <p:spPr>
          <a:xfrm flipH="1" rot="-1536293">
            <a:off x="16486254" y="8889"/>
            <a:ext cx="2539822" cy="2299694"/>
          </a:xfrm>
          <a:custGeom>
            <a:rect b="b" l="l" r="r" t="t"/>
            <a:pathLst>
              <a:path extrusionOk="0" h="2297899" w="2537840">
                <a:moveTo>
                  <a:pt x="2537840" y="0"/>
                </a:moveTo>
                <a:lnTo>
                  <a:pt x="0" y="0"/>
                </a:lnTo>
                <a:lnTo>
                  <a:pt x="0" y="2297898"/>
                </a:lnTo>
                <a:lnTo>
                  <a:pt x="2537840" y="2297898"/>
                </a:lnTo>
                <a:lnTo>
                  <a:pt x="2537840" y="0"/>
                </a:lnTo>
                <a:close/>
              </a:path>
            </a:pathLst>
          </a:custGeom>
          <a:blipFill rotWithShape="1">
            <a:blip r:embed="rId4">
              <a:alphaModFix/>
            </a:blip>
            <a:stretch>
              <a:fillRect b="0" l="0" r="0" t="0"/>
            </a:stretch>
          </a:blipFill>
          <a:ln>
            <a:noFill/>
          </a:ln>
        </p:spPr>
      </p:sp>
      <p:sp>
        <p:nvSpPr>
          <p:cNvPr id="334" name="Google Shape;334;p11"/>
          <p:cNvSpPr/>
          <p:nvPr/>
        </p:nvSpPr>
        <p:spPr>
          <a:xfrm flipH="1" rot="10001629">
            <a:off x="-1080619" y="7966326"/>
            <a:ext cx="2536134" cy="2296355"/>
          </a:xfrm>
          <a:custGeom>
            <a:rect b="b" l="l" r="r" t="t"/>
            <a:pathLst>
              <a:path extrusionOk="0" h="2297899" w="2537840">
                <a:moveTo>
                  <a:pt x="2537840" y="0"/>
                </a:moveTo>
                <a:lnTo>
                  <a:pt x="0" y="0"/>
                </a:lnTo>
                <a:lnTo>
                  <a:pt x="0" y="2297898"/>
                </a:lnTo>
                <a:lnTo>
                  <a:pt x="2537840" y="2297898"/>
                </a:lnTo>
                <a:lnTo>
                  <a:pt x="2537840" y="0"/>
                </a:lnTo>
                <a:close/>
              </a:path>
            </a:pathLst>
          </a:custGeom>
          <a:blipFill rotWithShape="1">
            <a:blip r:embed="rId4">
              <a:alphaModFix/>
            </a:blip>
            <a:stretch>
              <a:fillRect b="0" l="0" r="0" t="0"/>
            </a:stretch>
          </a:blipFill>
          <a:ln>
            <a:noFill/>
          </a:ln>
        </p:spPr>
      </p:sp>
      <p:sp>
        <p:nvSpPr>
          <p:cNvPr id="335" name="Google Shape;335;p11"/>
          <p:cNvSpPr txBox="1"/>
          <p:nvPr/>
        </p:nvSpPr>
        <p:spPr>
          <a:xfrm>
            <a:off x="6007675" y="655310"/>
            <a:ext cx="6004200" cy="2154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t/>
            </a:r>
            <a:endParaRPr/>
          </a:p>
        </p:txBody>
      </p:sp>
      <p:sp>
        <p:nvSpPr>
          <p:cNvPr id="336" name="Google Shape;336;p11"/>
          <p:cNvSpPr/>
          <p:nvPr/>
        </p:nvSpPr>
        <p:spPr>
          <a:xfrm flipH="1">
            <a:off x="16058557" y="9237576"/>
            <a:ext cx="3395204" cy="1049427"/>
          </a:xfrm>
          <a:custGeom>
            <a:rect b="b" l="l" r="r" t="t"/>
            <a:pathLst>
              <a:path extrusionOk="0" h="1049427" w="3395204">
                <a:moveTo>
                  <a:pt x="3395205" y="0"/>
                </a:moveTo>
                <a:lnTo>
                  <a:pt x="0" y="0"/>
                </a:lnTo>
                <a:lnTo>
                  <a:pt x="0" y="1049427"/>
                </a:lnTo>
                <a:lnTo>
                  <a:pt x="3395205" y="1049427"/>
                </a:lnTo>
                <a:lnTo>
                  <a:pt x="3395205" y="0"/>
                </a:lnTo>
                <a:close/>
              </a:path>
            </a:pathLst>
          </a:custGeom>
          <a:blipFill rotWithShape="1">
            <a:blip r:embed="rId5">
              <a:alphaModFix/>
            </a:blip>
            <a:stretch>
              <a:fillRect b="0" l="0" r="0" t="0"/>
            </a:stretch>
          </a:blipFill>
          <a:ln>
            <a:noFill/>
          </a:ln>
        </p:spPr>
      </p:sp>
      <p:grpSp>
        <p:nvGrpSpPr>
          <p:cNvPr id="337" name="Google Shape;337;p11"/>
          <p:cNvGrpSpPr/>
          <p:nvPr/>
        </p:nvGrpSpPr>
        <p:grpSpPr>
          <a:xfrm>
            <a:off x="2071500" y="2023675"/>
            <a:ext cx="14373339" cy="7213894"/>
            <a:chOff x="0" y="-57150"/>
            <a:chExt cx="4274726" cy="2176334"/>
          </a:xfrm>
        </p:grpSpPr>
        <p:sp>
          <p:nvSpPr>
            <p:cNvPr id="338" name="Google Shape;338;p11"/>
            <p:cNvSpPr/>
            <p:nvPr/>
          </p:nvSpPr>
          <p:spPr>
            <a:xfrm>
              <a:off x="0" y="0"/>
              <a:ext cx="4274726" cy="2119184"/>
            </a:xfrm>
            <a:custGeom>
              <a:rect b="b" l="l" r="r" t="t"/>
              <a:pathLst>
                <a:path extrusionOk="0" h="2119184" w="4274726">
                  <a:moveTo>
                    <a:pt x="0" y="0"/>
                  </a:moveTo>
                  <a:lnTo>
                    <a:pt x="4274726" y="0"/>
                  </a:lnTo>
                  <a:lnTo>
                    <a:pt x="4274726" y="2119184"/>
                  </a:lnTo>
                  <a:lnTo>
                    <a:pt x="0" y="2119184"/>
                  </a:lnTo>
                  <a:close/>
                </a:path>
              </a:pathLst>
            </a:custGeom>
            <a:solidFill>
              <a:srgbClr val="F1F2F2"/>
            </a:solidFill>
            <a:ln>
              <a:noFill/>
            </a:ln>
          </p:spPr>
        </p:sp>
        <p:sp>
          <p:nvSpPr>
            <p:cNvPr id="339" name="Google Shape;339;p11"/>
            <p:cNvSpPr txBox="1"/>
            <p:nvPr/>
          </p:nvSpPr>
          <p:spPr>
            <a:xfrm>
              <a:off x="0" y="-57150"/>
              <a:ext cx="4274700" cy="21762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40" name="Google Shape;340;p11"/>
          <p:cNvSpPr txBox="1"/>
          <p:nvPr/>
        </p:nvSpPr>
        <p:spPr>
          <a:xfrm>
            <a:off x="3010950" y="3156550"/>
            <a:ext cx="12118800" cy="4941000"/>
          </a:xfrm>
          <a:prstGeom prst="rect">
            <a:avLst/>
          </a:prstGeom>
          <a:noFill/>
          <a:ln>
            <a:noFill/>
          </a:ln>
        </p:spPr>
        <p:txBody>
          <a:bodyPr anchorCtr="0" anchor="t" bIns="91425" lIns="91425" spcFirstLastPara="1" rIns="91425" wrap="square" tIns="91425">
            <a:spAutoFit/>
          </a:bodyPr>
          <a:lstStyle/>
          <a:p>
            <a:pPr indent="-425450" lvl="0" marL="457200" rtl="0" algn="l">
              <a:spcBef>
                <a:spcPts val="0"/>
              </a:spcBef>
              <a:spcAft>
                <a:spcPts val="0"/>
              </a:spcAft>
              <a:buSzPts val="3100"/>
              <a:buFont typeface="Poppins"/>
              <a:buChar char="●"/>
            </a:pPr>
            <a:r>
              <a:rPr lang="en-US" sz="3100">
                <a:solidFill>
                  <a:schemeClr val="dk1"/>
                </a:solidFill>
                <a:latin typeface="Poppins"/>
                <a:ea typeface="Poppins"/>
                <a:cs typeface="Poppins"/>
                <a:sym typeface="Poppins"/>
              </a:rPr>
              <a:t>Shreya Gopal, </a:t>
            </a:r>
            <a:r>
              <a:rPr i="1" lang="en-US" sz="3100">
                <a:solidFill>
                  <a:schemeClr val="dk1"/>
                </a:solidFill>
                <a:latin typeface="Poppins"/>
                <a:ea typeface="Poppins"/>
                <a:cs typeface="Poppins"/>
                <a:sym typeface="Poppins"/>
              </a:rPr>
              <a:t>Phishing Website Detection using Machine Learning Techniques</a:t>
            </a:r>
            <a:r>
              <a:rPr lang="en-US" sz="3100">
                <a:solidFill>
                  <a:schemeClr val="dk1"/>
                </a:solidFill>
                <a:latin typeface="Poppins"/>
                <a:ea typeface="Poppins"/>
                <a:cs typeface="Poppins"/>
                <a:sym typeface="Poppins"/>
              </a:rPr>
              <a:t>, GitHub,</a:t>
            </a:r>
            <a:r>
              <a:rPr lang="en-US" sz="3100">
                <a:solidFill>
                  <a:schemeClr val="dk1"/>
                </a:solidFill>
                <a:uFill>
                  <a:noFill/>
                </a:uFill>
                <a:latin typeface="Poppins"/>
                <a:ea typeface="Poppins"/>
                <a:cs typeface="Poppins"/>
                <a:sym typeface="Poppins"/>
                <a:hlinkClick r:id="rId6">
                  <a:extLst>
                    <a:ext uri="{A12FA001-AC4F-418D-AE19-62706E023703}">
                      <ahyp:hlinkClr val="tx"/>
                    </a:ext>
                  </a:extLst>
                </a:hlinkClick>
              </a:rPr>
              <a:t> </a:t>
            </a:r>
            <a:r>
              <a:rPr lang="en-US" sz="3100" u="sng">
                <a:solidFill>
                  <a:schemeClr val="hlink"/>
                </a:solidFill>
                <a:latin typeface="Poppins"/>
                <a:ea typeface="Poppins"/>
                <a:cs typeface="Poppins"/>
                <a:sym typeface="Poppins"/>
                <a:hlinkClick r:id="rId7"/>
              </a:rPr>
              <a:t>Link</a:t>
            </a:r>
            <a:endParaRPr sz="3100" u="sng">
              <a:solidFill>
                <a:schemeClr val="hlink"/>
              </a:solidFill>
              <a:latin typeface="Poppins"/>
              <a:ea typeface="Poppins"/>
              <a:cs typeface="Poppins"/>
              <a:sym typeface="Poppins"/>
            </a:endParaRPr>
          </a:p>
          <a:p>
            <a:pPr indent="0" lvl="0" marL="457200" rtl="0" algn="l">
              <a:spcBef>
                <a:spcPts val="0"/>
              </a:spcBef>
              <a:spcAft>
                <a:spcPts val="0"/>
              </a:spcAft>
              <a:buNone/>
            </a:pPr>
            <a:r>
              <a:t/>
            </a:r>
            <a:endParaRPr sz="3100" u="sng">
              <a:solidFill>
                <a:schemeClr val="hlink"/>
              </a:solidFill>
              <a:latin typeface="Poppins"/>
              <a:ea typeface="Poppins"/>
              <a:cs typeface="Poppins"/>
              <a:sym typeface="Poppins"/>
            </a:endParaRPr>
          </a:p>
          <a:p>
            <a:pPr indent="-425450" lvl="0" marL="457200" rtl="0" algn="l">
              <a:spcBef>
                <a:spcPts val="0"/>
              </a:spcBef>
              <a:spcAft>
                <a:spcPts val="0"/>
              </a:spcAft>
              <a:buSzPts val="3100"/>
              <a:buFont typeface="Poppins"/>
              <a:buChar char="●"/>
            </a:pPr>
            <a:r>
              <a:rPr lang="en-US" sz="3100">
                <a:solidFill>
                  <a:schemeClr val="dk1"/>
                </a:solidFill>
                <a:latin typeface="Poppins"/>
                <a:ea typeface="Poppins"/>
                <a:cs typeface="Poppins"/>
                <a:sym typeface="Poppins"/>
              </a:rPr>
              <a:t>Research Paper: </a:t>
            </a:r>
            <a:r>
              <a:rPr i="1" lang="en-US" sz="3100">
                <a:solidFill>
                  <a:schemeClr val="dk1"/>
                </a:solidFill>
                <a:latin typeface="Poppins"/>
                <a:ea typeface="Poppins"/>
                <a:cs typeface="Poppins"/>
                <a:sym typeface="Poppins"/>
              </a:rPr>
              <a:t>Phishing Website Detection using ML Algorithms</a:t>
            </a:r>
            <a:r>
              <a:rPr lang="en-US" sz="3100">
                <a:solidFill>
                  <a:schemeClr val="dk1"/>
                </a:solidFill>
                <a:latin typeface="Poppins"/>
                <a:ea typeface="Poppins"/>
                <a:cs typeface="Poppins"/>
                <a:sym typeface="Poppins"/>
              </a:rPr>
              <a:t>, ResearchGate,</a:t>
            </a:r>
            <a:r>
              <a:rPr lang="en-US" sz="3100">
                <a:solidFill>
                  <a:schemeClr val="dk1"/>
                </a:solidFill>
                <a:uFill>
                  <a:noFill/>
                </a:uFill>
                <a:latin typeface="Poppins"/>
                <a:ea typeface="Poppins"/>
                <a:cs typeface="Poppins"/>
                <a:sym typeface="Poppins"/>
                <a:hlinkClick r:id="rId8">
                  <a:extLst>
                    <a:ext uri="{A12FA001-AC4F-418D-AE19-62706E023703}">
                      <ahyp:hlinkClr val="tx"/>
                    </a:ext>
                  </a:extLst>
                </a:hlinkClick>
              </a:rPr>
              <a:t> </a:t>
            </a:r>
            <a:r>
              <a:rPr lang="en-US" sz="3100" u="sng">
                <a:solidFill>
                  <a:schemeClr val="hlink"/>
                </a:solidFill>
                <a:latin typeface="Poppins"/>
                <a:ea typeface="Poppins"/>
                <a:cs typeface="Poppins"/>
                <a:sym typeface="Poppins"/>
                <a:hlinkClick r:id="rId9"/>
              </a:rPr>
              <a:t>Link</a:t>
            </a:r>
            <a:endParaRPr sz="3100" u="sng">
              <a:solidFill>
                <a:schemeClr val="hlink"/>
              </a:solidFill>
              <a:latin typeface="Poppins"/>
              <a:ea typeface="Poppins"/>
              <a:cs typeface="Poppins"/>
              <a:sym typeface="Poppins"/>
            </a:endParaRPr>
          </a:p>
          <a:p>
            <a:pPr indent="0" lvl="0" marL="457200" rtl="0" algn="l">
              <a:spcBef>
                <a:spcPts val="0"/>
              </a:spcBef>
              <a:spcAft>
                <a:spcPts val="0"/>
              </a:spcAft>
              <a:buNone/>
            </a:pPr>
            <a:r>
              <a:t/>
            </a:r>
            <a:endParaRPr sz="3100" u="sng">
              <a:solidFill>
                <a:schemeClr val="hlink"/>
              </a:solidFill>
              <a:latin typeface="Poppins"/>
              <a:ea typeface="Poppins"/>
              <a:cs typeface="Poppins"/>
              <a:sym typeface="Poppins"/>
            </a:endParaRPr>
          </a:p>
          <a:p>
            <a:pPr indent="-425450" lvl="0" marL="457200" rtl="0" algn="l">
              <a:spcBef>
                <a:spcPts val="0"/>
              </a:spcBef>
              <a:spcAft>
                <a:spcPts val="0"/>
              </a:spcAft>
              <a:buClr>
                <a:schemeClr val="dk1"/>
              </a:buClr>
              <a:buSzPts val="3100"/>
              <a:buFont typeface="Poppins"/>
              <a:buChar char="●"/>
            </a:pPr>
            <a:r>
              <a:rPr i="1" lang="en-US" sz="3100">
                <a:solidFill>
                  <a:schemeClr val="dk1"/>
                </a:solidFill>
                <a:latin typeface="Poppins"/>
                <a:ea typeface="Poppins"/>
                <a:cs typeface="Poppins"/>
                <a:sym typeface="Poppins"/>
              </a:rPr>
              <a:t>Phishing Detection using Machine Learning</a:t>
            </a:r>
            <a:r>
              <a:rPr lang="en-US" sz="3100">
                <a:solidFill>
                  <a:schemeClr val="dk1"/>
                </a:solidFill>
                <a:latin typeface="Poppins"/>
                <a:ea typeface="Poppins"/>
                <a:cs typeface="Poppins"/>
                <a:sym typeface="Poppins"/>
              </a:rPr>
              <a:t>, SlideShare</a:t>
            </a:r>
            <a:endParaRPr sz="3100">
              <a:solidFill>
                <a:schemeClr val="dk1"/>
              </a:solidFill>
              <a:latin typeface="Poppins"/>
              <a:ea typeface="Poppins"/>
              <a:cs typeface="Poppins"/>
              <a:sym typeface="Poppins"/>
            </a:endParaRPr>
          </a:p>
          <a:p>
            <a:pPr indent="0" lvl="0" marL="457200" rtl="0" algn="l">
              <a:spcBef>
                <a:spcPts val="0"/>
              </a:spcBef>
              <a:spcAft>
                <a:spcPts val="0"/>
              </a:spcAft>
              <a:buNone/>
            </a:pPr>
            <a:r>
              <a:t/>
            </a:r>
            <a:endParaRPr sz="3100">
              <a:solidFill>
                <a:schemeClr val="dk1"/>
              </a:solidFill>
              <a:latin typeface="Poppins"/>
              <a:ea typeface="Poppins"/>
              <a:cs typeface="Poppins"/>
              <a:sym typeface="Poppins"/>
            </a:endParaRPr>
          </a:p>
          <a:p>
            <a:pPr indent="-419100" lvl="0" marL="457200" rtl="0" algn="l">
              <a:spcBef>
                <a:spcPts val="0"/>
              </a:spcBef>
              <a:spcAft>
                <a:spcPts val="0"/>
              </a:spcAft>
              <a:buSzPts val="3000"/>
              <a:buFont typeface="Poppins"/>
              <a:buChar char="●"/>
            </a:pPr>
            <a:r>
              <a:rPr lang="en-US" sz="3100">
                <a:solidFill>
                  <a:schemeClr val="dk1"/>
                </a:solidFill>
                <a:latin typeface="Poppins"/>
                <a:ea typeface="Poppins"/>
                <a:cs typeface="Poppins"/>
                <a:sym typeface="Poppins"/>
              </a:rPr>
              <a:t>Video: </a:t>
            </a:r>
            <a:r>
              <a:rPr i="1" lang="en-US" sz="3100">
                <a:solidFill>
                  <a:schemeClr val="dk1"/>
                </a:solidFill>
                <a:latin typeface="Poppins"/>
                <a:ea typeface="Poppins"/>
                <a:cs typeface="Poppins"/>
                <a:sym typeface="Poppins"/>
              </a:rPr>
              <a:t>Phishing Detection with ML</a:t>
            </a:r>
            <a:r>
              <a:rPr lang="en-US" sz="3100">
                <a:solidFill>
                  <a:schemeClr val="dk1"/>
                </a:solidFill>
                <a:latin typeface="Poppins"/>
                <a:ea typeface="Poppins"/>
                <a:cs typeface="Poppins"/>
                <a:sym typeface="Poppins"/>
              </a:rPr>
              <a:t>, YouTube,</a:t>
            </a:r>
            <a:r>
              <a:rPr lang="en-US" sz="3100">
                <a:solidFill>
                  <a:schemeClr val="dk1"/>
                </a:solidFill>
                <a:uFill>
                  <a:noFill/>
                </a:uFill>
                <a:latin typeface="Poppins"/>
                <a:ea typeface="Poppins"/>
                <a:cs typeface="Poppins"/>
                <a:sym typeface="Poppins"/>
                <a:hlinkClick r:id="rId10">
                  <a:extLst>
                    <a:ext uri="{A12FA001-AC4F-418D-AE19-62706E023703}">
                      <ahyp:hlinkClr val="tx"/>
                    </a:ext>
                  </a:extLst>
                </a:hlinkClick>
              </a:rPr>
              <a:t> </a:t>
            </a:r>
            <a:r>
              <a:rPr lang="en-US" sz="3100" u="sng">
                <a:solidFill>
                  <a:schemeClr val="hlink"/>
                </a:solidFill>
                <a:latin typeface="Poppins"/>
                <a:ea typeface="Poppins"/>
                <a:cs typeface="Poppins"/>
                <a:sym typeface="Poppins"/>
                <a:hlinkClick r:id="rId11"/>
              </a:rPr>
              <a:t>Lin</a:t>
            </a:r>
            <a:r>
              <a:rPr lang="en-US" sz="3000" u="sng">
                <a:solidFill>
                  <a:schemeClr val="hlink"/>
                </a:solidFill>
                <a:latin typeface="Poppins"/>
                <a:ea typeface="Poppins"/>
                <a:cs typeface="Poppins"/>
                <a:sym typeface="Poppins"/>
                <a:hlinkClick r:id="rId12"/>
              </a:rPr>
              <a:t>k</a:t>
            </a:r>
            <a:endParaRPr sz="3000" u="sng">
              <a:solidFill>
                <a:schemeClr val="hlink"/>
              </a:solidFill>
              <a:latin typeface="Poppins"/>
              <a:ea typeface="Poppins"/>
              <a:cs typeface="Poppins"/>
              <a:sym typeface="Poppins"/>
            </a:endParaRPr>
          </a:p>
          <a:p>
            <a:pPr indent="0" lvl="0" marL="457200" rtl="0" algn="l">
              <a:spcBef>
                <a:spcPts val="0"/>
              </a:spcBef>
              <a:spcAft>
                <a:spcPts val="0"/>
              </a:spcAft>
              <a:buNone/>
            </a:pPr>
            <a:r>
              <a:t/>
            </a:r>
            <a:endParaRPr sz="3000" u="sng">
              <a:solidFill>
                <a:schemeClr val="hlink"/>
              </a:solidFill>
              <a:latin typeface="Poppins"/>
              <a:ea typeface="Poppins"/>
              <a:cs typeface="Poppins"/>
              <a:sym typeface="Poppi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g33f5eda4048_0_1"/>
          <p:cNvSpPr/>
          <p:nvPr/>
        </p:nvSpPr>
        <p:spPr>
          <a:xfrm>
            <a:off x="-1109662" y="0"/>
            <a:ext cx="10287000" cy="10287000"/>
          </a:xfrm>
          <a:custGeom>
            <a:rect b="b" l="l" r="r" t="t"/>
            <a:pathLst>
              <a:path extrusionOk="0" h="10287000" w="10287000">
                <a:moveTo>
                  <a:pt x="0" y="0"/>
                </a:moveTo>
                <a:lnTo>
                  <a:pt x="10287000" y="0"/>
                </a:lnTo>
                <a:lnTo>
                  <a:pt x="10287000" y="10287000"/>
                </a:lnTo>
                <a:lnTo>
                  <a:pt x="0" y="10287000"/>
                </a:lnTo>
                <a:lnTo>
                  <a:pt x="0" y="0"/>
                </a:lnTo>
                <a:close/>
              </a:path>
            </a:pathLst>
          </a:custGeom>
          <a:blipFill rotWithShape="1">
            <a:blip r:embed="rId3">
              <a:alphaModFix/>
            </a:blip>
            <a:stretch>
              <a:fillRect b="0" l="0" r="0" t="0"/>
            </a:stretch>
          </a:blipFill>
          <a:ln>
            <a:noFill/>
          </a:ln>
        </p:spPr>
      </p:sp>
      <p:sp>
        <p:nvSpPr>
          <p:cNvPr id="346" name="Google Shape;346;g33f5eda4048_0_1"/>
          <p:cNvSpPr/>
          <p:nvPr/>
        </p:nvSpPr>
        <p:spPr>
          <a:xfrm>
            <a:off x="9110662" y="0"/>
            <a:ext cx="10287000" cy="10287000"/>
          </a:xfrm>
          <a:custGeom>
            <a:rect b="b" l="l" r="r" t="t"/>
            <a:pathLst>
              <a:path extrusionOk="0" h="10287000" w="10287000">
                <a:moveTo>
                  <a:pt x="0" y="0"/>
                </a:moveTo>
                <a:lnTo>
                  <a:pt x="10287000" y="0"/>
                </a:lnTo>
                <a:lnTo>
                  <a:pt x="10287000" y="10287000"/>
                </a:lnTo>
                <a:lnTo>
                  <a:pt x="0" y="10287000"/>
                </a:lnTo>
                <a:lnTo>
                  <a:pt x="0" y="0"/>
                </a:lnTo>
                <a:close/>
              </a:path>
            </a:pathLst>
          </a:custGeom>
          <a:blipFill rotWithShape="1">
            <a:blip r:embed="rId3">
              <a:alphaModFix/>
            </a:blip>
            <a:stretch>
              <a:fillRect b="0" l="0" r="0" t="0"/>
            </a:stretch>
          </a:blipFill>
          <a:ln>
            <a:noFill/>
          </a:ln>
        </p:spPr>
      </p:sp>
      <p:grpSp>
        <p:nvGrpSpPr>
          <p:cNvPr id="347" name="Google Shape;347;g33f5eda4048_0_1"/>
          <p:cNvGrpSpPr/>
          <p:nvPr/>
        </p:nvGrpSpPr>
        <p:grpSpPr>
          <a:xfrm>
            <a:off x="6288858" y="236040"/>
            <a:ext cx="5710298" cy="1608367"/>
            <a:chOff x="0" y="-57150"/>
            <a:chExt cx="1503937" cy="423600"/>
          </a:xfrm>
        </p:grpSpPr>
        <p:sp>
          <p:nvSpPr>
            <p:cNvPr id="348" name="Google Shape;348;g33f5eda4048_0_1"/>
            <p:cNvSpPr/>
            <p:nvPr/>
          </p:nvSpPr>
          <p:spPr>
            <a:xfrm>
              <a:off x="0" y="0"/>
              <a:ext cx="1503937" cy="366357"/>
            </a:xfrm>
            <a:custGeom>
              <a:rect b="b" l="l" r="r" t="t"/>
              <a:pathLst>
                <a:path extrusionOk="0" h="366357" w="1503937">
                  <a:moveTo>
                    <a:pt x="0" y="0"/>
                  </a:moveTo>
                  <a:lnTo>
                    <a:pt x="1503937" y="0"/>
                  </a:lnTo>
                  <a:lnTo>
                    <a:pt x="1503937" y="366357"/>
                  </a:lnTo>
                  <a:lnTo>
                    <a:pt x="0" y="366357"/>
                  </a:lnTo>
                  <a:close/>
                </a:path>
              </a:pathLst>
            </a:custGeom>
            <a:solidFill>
              <a:srgbClr val="DDDEDE"/>
            </a:solidFill>
            <a:ln cap="sq" cmpd="sng" w="38100">
              <a:solidFill>
                <a:srgbClr val="F1F2F2"/>
              </a:solidFill>
              <a:prstDash val="solid"/>
              <a:miter lim="8000"/>
              <a:headEnd len="sm" w="sm" type="none"/>
              <a:tailEnd len="sm" w="sm" type="none"/>
            </a:ln>
          </p:spPr>
        </p:sp>
        <p:sp>
          <p:nvSpPr>
            <p:cNvPr id="349" name="Google Shape;349;g33f5eda4048_0_1"/>
            <p:cNvSpPr txBox="1"/>
            <p:nvPr/>
          </p:nvSpPr>
          <p:spPr>
            <a:xfrm>
              <a:off x="0" y="-57150"/>
              <a:ext cx="1503900" cy="423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rPr b="1" lang="en-US" sz="5000">
                  <a:solidFill>
                    <a:schemeClr val="dk1"/>
                  </a:solidFill>
                  <a:latin typeface="Fredoka"/>
                  <a:ea typeface="Fredoka"/>
                  <a:cs typeface="Fredoka"/>
                  <a:sym typeface="Fredoka"/>
                </a:rPr>
                <a:t>CONCLUSION</a:t>
              </a:r>
              <a:endParaRPr b="1" i="0" sz="5000" u="none" cap="none" strike="noStrike">
                <a:solidFill>
                  <a:schemeClr val="dk1"/>
                </a:solidFill>
                <a:latin typeface="Fredoka"/>
                <a:ea typeface="Fredoka"/>
                <a:cs typeface="Fredoka"/>
                <a:sym typeface="Fredoka"/>
              </a:endParaRPr>
            </a:p>
          </p:txBody>
        </p:sp>
      </p:grpSp>
      <p:sp>
        <p:nvSpPr>
          <p:cNvPr id="350" name="Google Shape;350;g33f5eda4048_0_1"/>
          <p:cNvSpPr/>
          <p:nvPr/>
        </p:nvSpPr>
        <p:spPr>
          <a:xfrm flipH="1" rot="-1536293">
            <a:off x="16486254" y="8889"/>
            <a:ext cx="2539822" cy="2299694"/>
          </a:xfrm>
          <a:custGeom>
            <a:rect b="b" l="l" r="r" t="t"/>
            <a:pathLst>
              <a:path extrusionOk="0" h="2297899" w="2537840">
                <a:moveTo>
                  <a:pt x="2537840" y="0"/>
                </a:moveTo>
                <a:lnTo>
                  <a:pt x="0" y="0"/>
                </a:lnTo>
                <a:lnTo>
                  <a:pt x="0" y="2297898"/>
                </a:lnTo>
                <a:lnTo>
                  <a:pt x="2537840" y="2297898"/>
                </a:lnTo>
                <a:lnTo>
                  <a:pt x="2537840" y="0"/>
                </a:lnTo>
                <a:close/>
              </a:path>
            </a:pathLst>
          </a:custGeom>
          <a:blipFill rotWithShape="1">
            <a:blip r:embed="rId4">
              <a:alphaModFix/>
            </a:blip>
            <a:stretch>
              <a:fillRect b="0" l="0" r="0" t="0"/>
            </a:stretch>
          </a:blipFill>
          <a:ln>
            <a:noFill/>
          </a:ln>
        </p:spPr>
      </p:sp>
      <p:sp>
        <p:nvSpPr>
          <p:cNvPr id="351" name="Google Shape;351;g33f5eda4048_0_1"/>
          <p:cNvSpPr/>
          <p:nvPr/>
        </p:nvSpPr>
        <p:spPr>
          <a:xfrm flipH="1" rot="10001629">
            <a:off x="-1080619" y="7966326"/>
            <a:ext cx="2536134" cy="2296355"/>
          </a:xfrm>
          <a:custGeom>
            <a:rect b="b" l="l" r="r" t="t"/>
            <a:pathLst>
              <a:path extrusionOk="0" h="2297899" w="2537840">
                <a:moveTo>
                  <a:pt x="2537840" y="0"/>
                </a:moveTo>
                <a:lnTo>
                  <a:pt x="0" y="0"/>
                </a:lnTo>
                <a:lnTo>
                  <a:pt x="0" y="2297898"/>
                </a:lnTo>
                <a:lnTo>
                  <a:pt x="2537840" y="2297898"/>
                </a:lnTo>
                <a:lnTo>
                  <a:pt x="2537840" y="0"/>
                </a:lnTo>
                <a:close/>
              </a:path>
            </a:pathLst>
          </a:custGeom>
          <a:blipFill rotWithShape="1">
            <a:blip r:embed="rId4">
              <a:alphaModFix/>
            </a:blip>
            <a:stretch>
              <a:fillRect b="0" l="0" r="0" t="0"/>
            </a:stretch>
          </a:blipFill>
          <a:ln>
            <a:noFill/>
          </a:ln>
        </p:spPr>
      </p:sp>
      <p:sp>
        <p:nvSpPr>
          <p:cNvPr id="352" name="Google Shape;352;g33f5eda4048_0_1"/>
          <p:cNvSpPr txBox="1"/>
          <p:nvPr/>
        </p:nvSpPr>
        <p:spPr>
          <a:xfrm>
            <a:off x="6007675" y="655310"/>
            <a:ext cx="6004200" cy="2154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t/>
            </a:r>
            <a:endParaRPr/>
          </a:p>
        </p:txBody>
      </p:sp>
      <p:sp>
        <p:nvSpPr>
          <p:cNvPr id="353" name="Google Shape;353;g33f5eda4048_0_1"/>
          <p:cNvSpPr/>
          <p:nvPr/>
        </p:nvSpPr>
        <p:spPr>
          <a:xfrm flipH="1">
            <a:off x="16058557" y="9237576"/>
            <a:ext cx="3395204" cy="1049427"/>
          </a:xfrm>
          <a:custGeom>
            <a:rect b="b" l="l" r="r" t="t"/>
            <a:pathLst>
              <a:path extrusionOk="0" h="1049427" w="3395204">
                <a:moveTo>
                  <a:pt x="3395205" y="0"/>
                </a:moveTo>
                <a:lnTo>
                  <a:pt x="0" y="0"/>
                </a:lnTo>
                <a:lnTo>
                  <a:pt x="0" y="1049427"/>
                </a:lnTo>
                <a:lnTo>
                  <a:pt x="3395205" y="1049427"/>
                </a:lnTo>
                <a:lnTo>
                  <a:pt x="3395205" y="0"/>
                </a:lnTo>
                <a:close/>
              </a:path>
            </a:pathLst>
          </a:custGeom>
          <a:blipFill rotWithShape="1">
            <a:blip r:embed="rId5">
              <a:alphaModFix/>
            </a:blip>
            <a:stretch>
              <a:fillRect b="0" l="0" r="0" t="0"/>
            </a:stretch>
          </a:blipFill>
          <a:ln>
            <a:noFill/>
          </a:ln>
        </p:spPr>
      </p:sp>
      <p:grpSp>
        <p:nvGrpSpPr>
          <p:cNvPr id="354" name="Google Shape;354;g33f5eda4048_0_1"/>
          <p:cNvGrpSpPr/>
          <p:nvPr/>
        </p:nvGrpSpPr>
        <p:grpSpPr>
          <a:xfrm>
            <a:off x="2071500" y="2023675"/>
            <a:ext cx="14373339" cy="7213894"/>
            <a:chOff x="0" y="-57150"/>
            <a:chExt cx="4274726" cy="2176334"/>
          </a:xfrm>
        </p:grpSpPr>
        <p:sp>
          <p:nvSpPr>
            <p:cNvPr id="355" name="Google Shape;355;g33f5eda4048_0_1"/>
            <p:cNvSpPr/>
            <p:nvPr/>
          </p:nvSpPr>
          <p:spPr>
            <a:xfrm>
              <a:off x="0" y="0"/>
              <a:ext cx="4274726" cy="2119184"/>
            </a:xfrm>
            <a:custGeom>
              <a:rect b="b" l="l" r="r" t="t"/>
              <a:pathLst>
                <a:path extrusionOk="0" h="2119184" w="4274726">
                  <a:moveTo>
                    <a:pt x="0" y="0"/>
                  </a:moveTo>
                  <a:lnTo>
                    <a:pt x="4274726" y="0"/>
                  </a:lnTo>
                  <a:lnTo>
                    <a:pt x="4274726" y="2119184"/>
                  </a:lnTo>
                  <a:lnTo>
                    <a:pt x="0" y="2119184"/>
                  </a:lnTo>
                  <a:close/>
                </a:path>
              </a:pathLst>
            </a:custGeom>
            <a:solidFill>
              <a:srgbClr val="F1F2F2"/>
            </a:solidFill>
            <a:ln>
              <a:noFill/>
            </a:ln>
          </p:spPr>
        </p:sp>
        <p:sp>
          <p:nvSpPr>
            <p:cNvPr id="356" name="Google Shape;356;g33f5eda4048_0_1"/>
            <p:cNvSpPr txBox="1"/>
            <p:nvPr/>
          </p:nvSpPr>
          <p:spPr>
            <a:xfrm>
              <a:off x="0" y="-57150"/>
              <a:ext cx="4274700" cy="2176200"/>
            </a:xfrm>
            <a:prstGeom prst="rect">
              <a:avLst/>
            </a:prstGeom>
            <a:noFill/>
            <a:ln>
              <a:noFill/>
            </a:ln>
          </p:spPr>
          <p:txBody>
            <a:bodyPr anchorCtr="0" anchor="ctr" bIns="50800" lIns="50800" spcFirstLastPara="1" rIns="50800" wrap="square" tIns="50800">
              <a:noAutofit/>
            </a:bodyPr>
            <a:lstStyle/>
            <a:p>
              <a:pPr indent="-400050" lvl="0" marL="457200" marR="0" rtl="0" algn="l">
                <a:lnSpc>
                  <a:spcPct val="147722"/>
                </a:lnSpc>
                <a:spcBef>
                  <a:spcPts val="0"/>
                </a:spcBef>
                <a:spcAft>
                  <a:spcPts val="0"/>
                </a:spcAft>
                <a:buClr>
                  <a:schemeClr val="dk1"/>
                </a:buClr>
                <a:buSzPts val="2700"/>
                <a:buFont typeface="Poppins"/>
                <a:buChar char="●"/>
              </a:pPr>
              <a:r>
                <a:rPr lang="en-US" sz="2700">
                  <a:solidFill>
                    <a:schemeClr val="dk1"/>
                  </a:solidFill>
                  <a:latin typeface="Poppins"/>
                  <a:ea typeface="Poppins"/>
                  <a:cs typeface="Poppins"/>
                  <a:sym typeface="Poppins"/>
                </a:rPr>
                <a:t>To the best of our knowledge, this study is the first analysis to include the findings of all other studies into the detection of phishing websites using machine learning techniques. </a:t>
              </a:r>
              <a:endParaRPr sz="2800">
                <a:solidFill>
                  <a:schemeClr val="dk1"/>
                </a:solidFill>
                <a:latin typeface="Poppins"/>
                <a:ea typeface="Poppins"/>
                <a:cs typeface="Poppins"/>
                <a:sym typeface="Poppins"/>
              </a:endParaRPr>
            </a:p>
            <a:p>
              <a:pPr indent="-400050" lvl="0" marL="457200" marR="0" rtl="0" algn="l">
                <a:lnSpc>
                  <a:spcPct val="147722"/>
                </a:lnSpc>
                <a:spcBef>
                  <a:spcPts val="0"/>
                </a:spcBef>
                <a:spcAft>
                  <a:spcPts val="0"/>
                </a:spcAft>
                <a:buClr>
                  <a:schemeClr val="dk1"/>
                </a:buClr>
                <a:buSzPts val="2700"/>
                <a:buFont typeface="Poppins"/>
                <a:buChar char="●"/>
              </a:pPr>
              <a:r>
                <a:rPr lang="en-US" sz="2700">
                  <a:solidFill>
                    <a:schemeClr val="dk1"/>
                  </a:solidFill>
                  <a:latin typeface="Poppins"/>
                  <a:ea typeface="Poppins"/>
                  <a:cs typeface="Poppins"/>
                  <a:sym typeface="Poppins"/>
                </a:rPr>
                <a:t>The website functionality is used by ML-based phishing approaches to collect information that could be used to classify websites for the purpose of identifying phishing sites. Developing focused anti-phishing approaches and methods as well as minimizing their inconvenience are two waysto prevent phishing.</a:t>
              </a:r>
              <a:endParaRPr sz="2700">
                <a:solidFill>
                  <a:schemeClr val="dk1"/>
                </a:solidFill>
                <a:latin typeface="Poppins"/>
                <a:ea typeface="Poppins"/>
                <a:cs typeface="Poppins"/>
                <a:sym typeface="Poppins"/>
              </a:endParaRPr>
            </a:p>
            <a:p>
              <a:pPr indent="-400050" lvl="0" marL="457200" marR="0" rtl="0" algn="l">
                <a:lnSpc>
                  <a:spcPct val="147722"/>
                </a:lnSpc>
                <a:spcBef>
                  <a:spcPts val="0"/>
                </a:spcBef>
                <a:spcAft>
                  <a:spcPts val="0"/>
                </a:spcAft>
                <a:buClr>
                  <a:schemeClr val="dk1"/>
                </a:buClr>
                <a:buSzPts val="2700"/>
                <a:buFont typeface="Poppins"/>
                <a:buChar char="●"/>
              </a:pPr>
              <a:r>
                <a:rPr lang="en-US" sz="2700">
                  <a:solidFill>
                    <a:schemeClr val="dk1"/>
                  </a:solidFill>
                  <a:latin typeface="Poppins"/>
                  <a:ea typeface="Poppins"/>
                  <a:cs typeface="Poppins"/>
                  <a:sym typeface="Poppins"/>
                </a:rPr>
                <a:t>We achieved 97% detection accuracy using Gradient Boost algorithm with lowest false positive rate. Also result shows that classifiers give better performance when we used more data as training data</a:t>
              </a:r>
              <a:endParaRPr sz="2700">
                <a:solidFill>
                  <a:schemeClr val="dk1"/>
                </a:solidFill>
                <a:latin typeface="Poppins"/>
                <a:ea typeface="Poppins"/>
                <a:cs typeface="Poppins"/>
                <a:sym typeface="Poppins"/>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grpSp>
        <p:nvGrpSpPr>
          <p:cNvPr id="361" name="Google Shape;361;p15"/>
          <p:cNvGrpSpPr/>
          <p:nvPr/>
        </p:nvGrpSpPr>
        <p:grpSpPr>
          <a:xfrm>
            <a:off x="-1109662" y="0"/>
            <a:ext cx="20507325" cy="10287000"/>
            <a:chOff x="0" y="0"/>
            <a:chExt cx="27343100" cy="13716000"/>
          </a:xfrm>
        </p:grpSpPr>
        <p:sp>
          <p:nvSpPr>
            <p:cNvPr id="362" name="Google Shape;362;p15"/>
            <p:cNvSpPr/>
            <p:nvPr/>
          </p:nvSpPr>
          <p:spPr>
            <a:xfrm>
              <a:off x="0" y="0"/>
              <a:ext cx="13716000" cy="13716000"/>
            </a:xfrm>
            <a:custGeom>
              <a:rect b="b" l="l" r="r" t="t"/>
              <a:pathLst>
                <a:path extrusionOk="0" h="13716000" w="13716000">
                  <a:moveTo>
                    <a:pt x="0" y="0"/>
                  </a:moveTo>
                  <a:lnTo>
                    <a:pt x="13716000" y="0"/>
                  </a:lnTo>
                  <a:lnTo>
                    <a:pt x="13716000" y="13716000"/>
                  </a:lnTo>
                  <a:lnTo>
                    <a:pt x="0" y="13716000"/>
                  </a:lnTo>
                  <a:lnTo>
                    <a:pt x="0" y="0"/>
                  </a:lnTo>
                  <a:close/>
                </a:path>
              </a:pathLst>
            </a:custGeom>
            <a:blipFill rotWithShape="1">
              <a:blip r:embed="rId3">
                <a:alphaModFix/>
              </a:blip>
              <a:stretch>
                <a:fillRect b="0" l="0" r="0" t="0"/>
              </a:stretch>
            </a:blipFill>
            <a:ln>
              <a:noFill/>
            </a:ln>
          </p:spPr>
        </p:sp>
        <p:sp>
          <p:nvSpPr>
            <p:cNvPr id="363" name="Google Shape;363;p15"/>
            <p:cNvSpPr/>
            <p:nvPr/>
          </p:nvSpPr>
          <p:spPr>
            <a:xfrm>
              <a:off x="13627100" y="0"/>
              <a:ext cx="13716000" cy="13716000"/>
            </a:xfrm>
            <a:custGeom>
              <a:rect b="b" l="l" r="r" t="t"/>
              <a:pathLst>
                <a:path extrusionOk="0" h="13716000" w="13716000">
                  <a:moveTo>
                    <a:pt x="0" y="0"/>
                  </a:moveTo>
                  <a:lnTo>
                    <a:pt x="13716000" y="0"/>
                  </a:lnTo>
                  <a:lnTo>
                    <a:pt x="13716000" y="13716000"/>
                  </a:lnTo>
                  <a:lnTo>
                    <a:pt x="0" y="13716000"/>
                  </a:lnTo>
                  <a:lnTo>
                    <a:pt x="0" y="0"/>
                  </a:lnTo>
                  <a:close/>
                </a:path>
              </a:pathLst>
            </a:custGeom>
            <a:blipFill rotWithShape="1">
              <a:blip r:embed="rId3">
                <a:alphaModFix/>
              </a:blip>
              <a:stretch>
                <a:fillRect b="0" l="0" r="0" t="0"/>
              </a:stretch>
            </a:blipFill>
            <a:ln>
              <a:noFill/>
            </a:ln>
          </p:spPr>
        </p:sp>
      </p:grpSp>
      <p:sp>
        <p:nvSpPr>
          <p:cNvPr id="364" name="Google Shape;364;p15"/>
          <p:cNvSpPr/>
          <p:nvPr/>
        </p:nvSpPr>
        <p:spPr>
          <a:xfrm>
            <a:off x="12076251" y="1662606"/>
            <a:ext cx="2942276" cy="2942276"/>
          </a:xfrm>
          <a:custGeom>
            <a:rect b="b" l="l" r="r" t="t"/>
            <a:pathLst>
              <a:path extrusionOk="0" h="2942276" w="2942276">
                <a:moveTo>
                  <a:pt x="0" y="0"/>
                </a:moveTo>
                <a:lnTo>
                  <a:pt x="2942276" y="0"/>
                </a:lnTo>
                <a:lnTo>
                  <a:pt x="2942276" y="2942276"/>
                </a:lnTo>
                <a:lnTo>
                  <a:pt x="0" y="2942276"/>
                </a:lnTo>
                <a:lnTo>
                  <a:pt x="0" y="0"/>
                </a:lnTo>
                <a:close/>
              </a:path>
            </a:pathLst>
          </a:custGeom>
          <a:blipFill rotWithShape="1">
            <a:blip r:embed="rId4">
              <a:alphaModFix/>
            </a:blip>
            <a:stretch>
              <a:fillRect b="0" l="0" r="0" t="0"/>
            </a:stretch>
          </a:blipFill>
          <a:ln>
            <a:noFill/>
          </a:ln>
        </p:spPr>
      </p:sp>
      <p:sp>
        <p:nvSpPr>
          <p:cNvPr id="365" name="Google Shape;365;p15"/>
          <p:cNvSpPr/>
          <p:nvPr/>
        </p:nvSpPr>
        <p:spPr>
          <a:xfrm flipH="1">
            <a:off x="2120044" y="6010601"/>
            <a:ext cx="3395204" cy="1049427"/>
          </a:xfrm>
          <a:custGeom>
            <a:rect b="b" l="l" r="r" t="t"/>
            <a:pathLst>
              <a:path extrusionOk="0" h="1049427" w="3395204">
                <a:moveTo>
                  <a:pt x="3395205" y="0"/>
                </a:moveTo>
                <a:lnTo>
                  <a:pt x="0" y="0"/>
                </a:lnTo>
                <a:lnTo>
                  <a:pt x="0" y="1049427"/>
                </a:lnTo>
                <a:lnTo>
                  <a:pt x="3395205" y="1049427"/>
                </a:lnTo>
                <a:lnTo>
                  <a:pt x="3395205" y="0"/>
                </a:lnTo>
                <a:close/>
              </a:path>
            </a:pathLst>
          </a:custGeom>
          <a:blipFill rotWithShape="1">
            <a:blip r:embed="rId5">
              <a:alphaModFix/>
            </a:blip>
            <a:stretch>
              <a:fillRect b="0" l="0" r="0" t="0"/>
            </a:stretch>
          </a:blipFill>
          <a:ln>
            <a:noFill/>
          </a:ln>
        </p:spPr>
      </p:sp>
      <p:sp>
        <p:nvSpPr>
          <p:cNvPr id="366" name="Google Shape;366;p15"/>
          <p:cNvSpPr txBox="1"/>
          <p:nvPr/>
        </p:nvSpPr>
        <p:spPr>
          <a:xfrm>
            <a:off x="3049034" y="3603515"/>
            <a:ext cx="11749054" cy="1793183"/>
          </a:xfrm>
          <a:prstGeom prst="rect">
            <a:avLst/>
          </a:prstGeom>
          <a:noFill/>
          <a:ln>
            <a:noFill/>
          </a:ln>
        </p:spPr>
        <p:txBody>
          <a:bodyPr anchorCtr="0" anchor="t" bIns="0" lIns="0" spcFirstLastPara="1" rIns="0" wrap="square" tIns="0">
            <a:spAutoFit/>
          </a:bodyPr>
          <a:lstStyle/>
          <a:p>
            <a:pPr indent="0" lvl="0" marL="0" marR="0" rtl="0" algn="ctr">
              <a:lnSpc>
                <a:spcPct val="139998"/>
              </a:lnSpc>
              <a:spcBef>
                <a:spcPts val="0"/>
              </a:spcBef>
              <a:spcAft>
                <a:spcPts val="0"/>
              </a:spcAft>
              <a:buNone/>
            </a:pPr>
            <a:r>
              <a:rPr b="1" i="0" lang="en-US" sz="10443" u="none" cap="none" strike="noStrike">
                <a:solidFill>
                  <a:srgbClr val="000000"/>
                </a:solidFill>
                <a:latin typeface="Fredoka"/>
                <a:ea typeface="Fredoka"/>
                <a:cs typeface="Fredoka"/>
                <a:sym typeface="Fredoka"/>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